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26.png" Type="http://schemas.openxmlformats.org/officeDocument/2006/relationships/image"/><Relationship Id="rId23" Target="../media/image20.png" Type="http://schemas.openxmlformats.org/officeDocument/2006/relationships/image"/><Relationship Id="rId24" Target="../media/image27.png" Type="http://schemas.openxmlformats.org/officeDocument/2006/relationships/image"/><Relationship Id="rId25" Target="../media/image28.png" Type="http://schemas.openxmlformats.org/officeDocument/2006/relationships/image"/><Relationship Id="rId26" Target="../media/image29.png" Type="http://schemas.openxmlformats.org/officeDocument/2006/relationships/image"/><Relationship Id="rId27" Target="../media/image30.png" Type="http://schemas.openxmlformats.org/officeDocument/2006/relationships/image"/><Relationship Id="rId28" Target="../media/image31.png" Type="http://schemas.openxmlformats.org/officeDocument/2006/relationships/image"/><Relationship Id="rId29" Target="../media/image32.png" Type="http://schemas.openxmlformats.org/officeDocument/2006/relationships/image"/><Relationship Id="rId3" Target="../media/image2.png" Type="http://schemas.openxmlformats.org/officeDocument/2006/relationships/image"/><Relationship Id="rId30" Target="../media/image33.png" Type="http://schemas.openxmlformats.org/officeDocument/2006/relationships/image"/><Relationship Id="rId31" Target="../media/image34.png" Type="http://schemas.openxmlformats.org/officeDocument/2006/relationships/image"/><Relationship Id="rId32" Target="../media/image35.png" Type="http://schemas.openxmlformats.org/officeDocument/2006/relationships/image"/><Relationship Id="rId33" Target="../media/image36.png" Type="http://schemas.openxmlformats.org/officeDocument/2006/relationships/image"/><Relationship Id="rId34" Target="../media/image37.png" Type="http://schemas.openxmlformats.org/officeDocument/2006/relationships/image"/><Relationship Id="rId35" Target="../media/image38.png" Type="http://schemas.openxmlformats.org/officeDocument/2006/relationships/image"/><Relationship Id="rId36" Target="../media/image39.png" Type="http://schemas.openxmlformats.org/officeDocument/2006/relationships/image"/><Relationship Id="rId37" Target="../media/image40.png" Type="http://schemas.openxmlformats.org/officeDocument/2006/relationships/image"/><Relationship Id="rId38" Target="../media/image41.png" Type="http://schemas.openxmlformats.org/officeDocument/2006/relationships/image"/><Relationship Id="rId39" Target="../media/image42.png" Type="http://schemas.openxmlformats.org/officeDocument/2006/relationships/image"/><Relationship Id="rId4" Target="../media/image3.png" Type="http://schemas.openxmlformats.org/officeDocument/2006/relationships/image"/><Relationship Id="rId40" Target="../media/image43.png" Type="http://schemas.openxmlformats.org/officeDocument/2006/relationships/image"/><Relationship Id="rId41" Target="../media/image44.png" Type="http://schemas.openxmlformats.org/officeDocument/2006/relationships/image"/><Relationship Id="rId42" Target="../media/image45.png" Type="http://schemas.openxmlformats.org/officeDocument/2006/relationships/image"/><Relationship Id="rId43" Target="../media/image46.png" Type="http://schemas.openxmlformats.org/officeDocument/2006/relationships/image"/><Relationship Id="rId44" Target="../media/image47.png" Type="http://schemas.openxmlformats.org/officeDocument/2006/relationships/image"/><Relationship Id="rId45" Target="../media/image48.png" Type="http://schemas.openxmlformats.org/officeDocument/2006/relationships/image"/><Relationship Id="rId46" Target="../media/image49.png" Type="http://schemas.openxmlformats.org/officeDocument/2006/relationships/image"/><Relationship Id="rId47" Target="../media/image50.png" Type="http://schemas.openxmlformats.org/officeDocument/2006/relationships/image"/><Relationship Id="rId48" Target="../media/image51.png" Type="http://schemas.openxmlformats.org/officeDocument/2006/relationships/image"/><Relationship Id="rId49" Target="../media/image52.png" Type="http://schemas.openxmlformats.org/officeDocument/2006/relationships/image"/><Relationship Id="rId5" Target="../media/image4.png" Type="http://schemas.openxmlformats.org/officeDocument/2006/relationships/image"/><Relationship Id="rId50" Target="../media/image53.png" Type="http://schemas.openxmlformats.org/officeDocument/2006/relationships/image"/><Relationship Id="rId51" Target="../media/image54.png" Type="http://schemas.openxmlformats.org/officeDocument/2006/relationships/image"/><Relationship Id="rId52" Target="../media/image55.png" Type="http://schemas.openxmlformats.org/officeDocument/2006/relationships/image"/><Relationship Id="rId53" Target="../media/image56.png" Type="http://schemas.openxmlformats.org/officeDocument/2006/relationships/image"/><Relationship Id="rId54" Target="../media/image57.png" Type="http://schemas.openxmlformats.org/officeDocument/2006/relationships/image"/><Relationship Id="rId55" Target="../media/image58.png" Type="http://schemas.openxmlformats.org/officeDocument/2006/relationships/image"/><Relationship Id="rId56" Target="../media/image59.png" Type="http://schemas.openxmlformats.org/officeDocument/2006/relationships/image"/><Relationship Id="rId57" Target="../media/image60.png" Type="http://schemas.openxmlformats.org/officeDocument/2006/relationships/image"/><Relationship Id="rId58" Target="../media/image61.png" Type="http://schemas.openxmlformats.org/officeDocument/2006/relationships/image"/><Relationship Id="rId59" Target="../media/image62.png" Type="http://schemas.openxmlformats.org/officeDocument/2006/relationships/image"/><Relationship Id="rId6" Target="../media/image5.png" Type="http://schemas.openxmlformats.org/officeDocument/2006/relationships/image"/><Relationship Id="rId60" Target="../media/image63.png" Type="http://schemas.openxmlformats.org/officeDocument/2006/relationships/image"/><Relationship Id="rId61" Target="../media/image64.png" Type="http://schemas.openxmlformats.org/officeDocument/2006/relationships/image"/><Relationship Id="rId62" Target="../media/image65.png" Type="http://schemas.openxmlformats.org/officeDocument/2006/relationships/image"/><Relationship Id="rId63" Target="../media/image66.png" Type="http://schemas.openxmlformats.org/officeDocument/2006/relationships/image"/><Relationship Id="rId64" Target="../media/image67.png" Type="http://schemas.openxmlformats.org/officeDocument/2006/relationships/image"/><Relationship Id="rId65" Target="../media/image68.png" Type="http://schemas.openxmlformats.org/officeDocument/2006/relationships/image"/><Relationship Id="rId66" Target="../media/image69.png" Type="http://schemas.openxmlformats.org/officeDocument/2006/relationships/image"/><Relationship Id="rId67" Target="../media/image70.png" Type="http://schemas.openxmlformats.org/officeDocument/2006/relationships/image"/><Relationship Id="rId68" Target="../media/image71.png" Type="http://schemas.openxmlformats.org/officeDocument/2006/relationships/image"/><Relationship Id="rId69" Target="../media/image72.png" Type="http://schemas.openxmlformats.org/officeDocument/2006/relationships/image"/><Relationship Id="rId7" Target="../media/image6.png" Type="http://schemas.openxmlformats.org/officeDocument/2006/relationships/image"/><Relationship Id="rId70" Target="../media/image73.png" Type="http://schemas.openxmlformats.org/officeDocument/2006/relationships/image"/><Relationship Id="rId71" Target="../media/image74.png" Type="http://schemas.openxmlformats.org/officeDocument/2006/relationships/image"/><Relationship Id="rId72" Target="../media/image75.png" Type="http://schemas.openxmlformats.org/officeDocument/2006/relationships/image"/><Relationship Id="rId73" Target="../media/image76.png" Type="http://schemas.openxmlformats.org/officeDocument/2006/relationships/image"/><Relationship Id="rId74" Target="../media/image77.png" Type="http://schemas.openxmlformats.org/officeDocument/2006/relationships/image"/><Relationship Id="rId75" Target="../media/image78.png" Type="http://schemas.openxmlformats.org/officeDocument/2006/relationships/image"/><Relationship Id="rId76" Target="../media/image79.png" Type="http://schemas.openxmlformats.org/officeDocument/2006/relationships/image"/><Relationship Id="rId77" Target="../media/image80.png" Type="http://schemas.openxmlformats.org/officeDocument/2006/relationships/image"/><Relationship Id="rId78" Target="../media/image81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75.png" Type="http://schemas.openxmlformats.org/officeDocument/2006/relationships/image"/><Relationship Id="rId15" Target="../media/image76.png" Type="http://schemas.openxmlformats.org/officeDocument/2006/relationships/image"/><Relationship Id="rId16" Target="../media/image77.png" Type="http://schemas.openxmlformats.org/officeDocument/2006/relationships/image"/><Relationship Id="rId17" Target="../media/image78.png" Type="http://schemas.openxmlformats.org/officeDocument/2006/relationships/image"/><Relationship Id="rId18" Target="../media/image23.png" Type="http://schemas.openxmlformats.org/officeDocument/2006/relationships/image"/><Relationship Id="rId19" Target="../media/image24.png" Type="http://schemas.openxmlformats.org/officeDocument/2006/relationships/image"/><Relationship Id="rId2" Target="../media/image1.png" Type="http://schemas.openxmlformats.org/officeDocument/2006/relationships/image"/><Relationship Id="rId20" Target="../media/image25.png" Type="http://schemas.openxmlformats.org/officeDocument/2006/relationships/image"/><Relationship Id="rId21" Target="../media/image14.png" Type="http://schemas.openxmlformats.org/officeDocument/2006/relationships/image"/><Relationship Id="rId22" Target="../media/image15.png" Type="http://schemas.openxmlformats.org/officeDocument/2006/relationships/image"/><Relationship Id="rId23" Target="../media/image16.png" Type="http://schemas.openxmlformats.org/officeDocument/2006/relationships/image"/><Relationship Id="rId24" Target="../media/image17.png" Type="http://schemas.openxmlformats.org/officeDocument/2006/relationships/image"/><Relationship Id="rId25" Target="../media/image18.png" Type="http://schemas.openxmlformats.org/officeDocument/2006/relationships/image"/><Relationship Id="rId26" Target="../media/image26.png" Type="http://schemas.openxmlformats.org/officeDocument/2006/relationships/image"/><Relationship Id="rId27" Target="../media/image20.png" Type="http://schemas.openxmlformats.org/officeDocument/2006/relationships/image"/><Relationship Id="rId28" Target="../media/image82.pn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png" Type="http://schemas.openxmlformats.org/officeDocument/2006/relationships/image"/><Relationship Id="rId31" Target="../media/image30.png" Type="http://schemas.openxmlformats.org/officeDocument/2006/relationships/image"/><Relationship Id="rId32" Target="../media/image31.png" Type="http://schemas.openxmlformats.org/officeDocument/2006/relationships/image"/><Relationship Id="rId33" Target="../media/image32.png" Type="http://schemas.openxmlformats.org/officeDocument/2006/relationships/image"/><Relationship Id="rId34" Target="../media/image33.png" Type="http://schemas.openxmlformats.org/officeDocument/2006/relationships/image"/><Relationship Id="rId35" Target="../media/image34.png" Type="http://schemas.openxmlformats.org/officeDocument/2006/relationships/image"/><Relationship Id="rId36" Target="../media/image37.png" Type="http://schemas.openxmlformats.org/officeDocument/2006/relationships/image"/><Relationship Id="rId37" Target="../media/image38.png" Type="http://schemas.openxmlformats.org/officeDocument/2006/relationships/image"/><Relationship Id="rId38" Target="../media/image41.png" Type="http://schemas.openxmlformats.org/officeDocument/2006/relationships/image"/><Relationship Id="rId39" Target="../media/image44.png" Type="http://schemas.openxmlformats.org/officeDocument/2006/relationships/image"/><Relationship Id="rId4" Target="../media/image3.png" Type="http://schemas.openxmlformats.org/officeDocument/2006/relationships/image"/><Relationship Id="rId40" Target="../media/image47.png" Type="http://schemas.openxmlformats.org/officeDocument/2006/relationships/image"/><Relationship Id="rId41" Target="../media/image42.png" Type="http://schemas.openxmlformats.org/officeDocument/2006/relationships/image"/><Relationship Id="rId42" Target="../media/image64.png" Type="http://schemas.openxmlformats.org/officeDocument/2006/relationships/image"/><Relationship Id="rId43" Target="../media/image65.png" Type="http://schemas.openxmlformats.org/officeDocument/2006/relationships/image"/><Relationship Id="rId44" Target="../media/image83.png" Type="http://schemas.openxmlformats.org/officeDocument/2006/relationships/image"/><Relationship Id="rId45" Target="../media/image48.png" Type="http://schemas.openxmlformats.org/officeDocument/2006/relationships/image"/><Relationship Id="rId46" Target="../media/image43.png" Type="http://schemas.openxmlformats.org/officeDocument/2006/relationships/image"/><Relationship Id="rId47" Target="../media/image84.png" Type="http://schemas.openxmlformats.org/officeDocument/2006/relationships/image"/><Relationship Id="rId48" Target="../media/image35.png" Type="http://schemas.openxmlformats.org/officeDocument/2006/relationships/image"/><Relationship Id="rId49" Target="../media/image36.png" Type="http://schemas.openxmlformats.org/officeDocument/2006/relationships/image"/><Relationship Id="rId5" Target="../media/image4.png" Type="http://schemas.openxmlformats.org/officeDocument/2006/relationships/image"/><Relationship Id="rId50" Target="../media/image39.png" Type="http://schemas.openxmlformats.org/officeDocument/2006/relationships/image"/><Relationship Id="rId51" Target="../media/image40.png" Type="http://schemas.openxmlformats.org/officeDocument/2006/relationships/image"/><Relationship Id="rId52" Target="../media/image79.png" Type="http://schemas.openxmlformats.org/officeDocument/2006/relationships/image"/><Relationship Id="rId53" Target="../media/image45.png" Type="http://schemas.openxmlformats.org/officeDocument/2006/relationships/image"/><Relationship Id="rId54" Target="../media/image85.png" Type="http://schemas.openxmlformats.org/officeDocument/2006/relationships/image"/><Relationship Id="rId55" Target="../media/image50.png" Type="http://schemas.openxmlformats.org/officeDocument/2006/relationships/image"/><Relationship Id="rId56" Target="../media/image51.png" Type="http://schemas.openxmlformats.org/officeDocument/2006/relationships/image"/><Relationship Id="rId57" Target="../media/image52.png" Type="http://schemas.openxmlformats.org/officeDocument/2006/relationships/image"/><Relationship Id="rId58" Target="../media/image53.png" Type="http://schemas.openxmlformats.org/officeDocument/2006/relationships/image"/><Relationship Id="rId59" Target="../media/image54.png" Type="http://schemas.openxmlformats.org/officeDocument/2006/relationships/image"/><Relationship Id="rId6" Target="../media/image5.png" Type="http://schemas.openxmlformats.org/officeDocument/2006/relationships/image"/><Relationship Id="rId60" Target="../media/image55.png" Type="http://schemas.openxmlformats.org/officeDocument/2006/relationships/image"/><Relationship Id="rId61" Target="../media/image56.png" Type="http://schemas.openxmlformats.org/officeDocument/2006/relationships/image"/><Relationship Id="rId62" Target="../media/image57.png" Type="http://schemas.openxmlformats.org/officeDocument/2006/relationships/image"/><Relationship Id="rId63" Target="../media/image58.png" Type="http://schemas.openxmlformats.org/officeDocument/2006/relationships/image"/><Relationship Id="rId64" Target="../media/image59.png" Type="http://schemas.openxmlformats.org/officeDocument/2006/relationships/image"/><Relationship Id="rId65" Target="../media/image60.png" Type="http://schemas.openxmlformats.org/officeDocument/2006/relationships/image"/><Relationship Id="rId66" Target="../media/image61.png" Type="http://schemas.openxmlformats.org/officeDocument/2006/relationships/image"/><Relationship Id="rId67" Target="../media/image62.png" Type="http://schemas.openxmlformats.org/officeDocument/2006/relationships/image"/><Relationship Id="rId68" Target="../media/image80.png" Type="http://schemas.openxmlformats.org/officeDocument/2006/relationships/image"/><Relationship Id="rId69" Target="../media/image81.png" Type="http://schemas.openxmlformats.org/officeDocument/2006/relationships/image"/><Relationship Id="rId7" Target="../media/image6.png" Type="http://schemas.openxmlformats.org/officeDocument/2006/relationships/image"/><Relationship Id="rId70" Target="../media/image67.png" Type="http://schemas.openxmlformats.org/officeDocument/2006/relationships/image"/><Relationship Id="rId71" Target="../media/image8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6756400" y="-889000"/>
            <a:ext cx="32677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" y="2628900"/>
            <a:ext cx="16344900" cy="7188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5842000" y="-101600"/>
            <a:ext cx="30695900" cy="126492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1" id="31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565400" y="1333500"/>
            <a:ext cx="6210300" cy="175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83000" y="-914400"/>
            <a:ext cx="20612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84300" y="2603500"/>
            <a:ext cx="103124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954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20800"/>
            <a:ext cx="10515600" cy="10668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879600" y="3136900"/>
            <a:ext cx="1803400" cy="6172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3683000" y="3136900"/>
            <a:ext cx="7366000" cy="5334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879600" y="4635500"/>
            <a:ext cx="1803400" cy="635000"/>
          </a:xfrm>
          <a:prstGeom prst="rect">
            <a:avLst/>
          </a:prstGeom>
        </p:spPr>
      </p:pic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5270500"/>
            <a:ext cx="1765300" cy="12700"/>
          </a:xfrm>
          <a:prstGeom prst="rect">
            <a:avLst/>
          </a:prstGeom>
        </p:spPr>
      </p:pic>
      <p:grpSp>
        <p:nvGrpSpPr>
          <p:cNvPr name="Group 46" id="4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7" id="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6553200"/>
            <a:ext cx="1765300" cy="127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188200"/>
            <a:ext cx="1765300" cy="12700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1" id="5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835900"/>
            <a:ext cx="1765300" cy="1270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79600" y="4635500"/>
            <a:ext cx="1765300" cy="127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3683000" y="3670300"/>
            <a:ext cx="7366000" cy="9779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968500" y="4673600"/>
            <a:ext cx="1803400" cy="3251200"/>
          </a:xfrm>
          <a:prstGeom prst="rect">
            <a:avLst/>
          </a:prstGeom>
        </p:spPr>
      </p:pic>
      <p:grpSp>
        <p:nvGrpSpPr>
          <p:cNvPr name="Group 56" id="5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7" id="57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892300" y="5918200"/>
            <a:ext cx="1828800" cy="12700"/>
          </a:xfrm>
          <a:prstGeom prst="rect">
            <a:avLst/>
          </a:prstGeom>
        </p:spPr>
      </p:pic>
      <p:grpSp>
        <p:nvGrpSpPr>
          <p:cNvPr name="Group 58" id="5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9" id="5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299700" y="3162300"/>
            <a:ext cx="482600" cy="4826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7162800" y="3111500"/>
            <a:ext cx="3390900" cy="698500"/>
          </a:xfrm>
          <a:prstGeom prst="rect">
            <a:avLst/>
          </a:prstGeom>
        </p:spPr>
      </p:pic>
      <p:grpSp>
        <p:nvGrpSpPr>
          <p:cNvPr name="Group 61" id="6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2" id="62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2146300" y="3213100"/>
            <a:ext cx="1257300" cy="13208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3683000" y="4622800"/>
            <a:ext cx="7366000" cy="3873500"/>
          </a:xfrm>
          <a:prstGeom prst="rect">
            <a:avLst/>
          </a:prstGeom>
        </p:spPr>
      </p:pic>
      <p:grpSp>
        <p:nvGrpSpPr>
          <p:cNvPr name="Group 64" id="6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5" id="65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524000" y="4381500"/>
            <a:ext cx="482600" cy="4826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511300" y="4368800"/>
            <a:ext cx="736600" cy="749300"/>
          </a:xfrm>
          <a:prstGeom prst="rect">
            <a:avLst/>
          </a:prstGeom>
        </p:spPr>
      </p:pic>
      <p:grpSp>
        <p:nvGrpSpPr>
          <p:cNvPr name="Group 67" id="6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8" id="6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3797300" y="7340600"/>
            <a:ext cx="2197100" cy="14097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3797300" y="8051800"/>
            <a:ext cx="2184400" cy="8255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3797300" y="4775200"/>
            <a:ext cx="7150100" cy="508000"/>
          </a:xfrm>
          <a:prstGeom prst="rect">
            <a:avLst/>
          </a:prstGeom>
        </p:spPr>
      </p:pic>
      <p:grpSp>
        <p:nvGrpSpPr>
          <p:cNvPr name="Group 71" id="7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2" id="72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6261100" y="7340600"/>
            <a:ext cx="2197100" cy="14097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6286500" y="7962900"/>
            <a:ext cx="2171700" cy="9017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3784600" y="5473700"/>
            <a:ext cx="7150100" cy="14478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9740900" y="7632700"/>
            <a:ext cx="203200" cy="2921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8737600" y="7340600"/>
            <a:ext cx="2197100" cy="1409700"/>
          </a:xfrm>
          <a:prstGeom prst="rect">
            <a:avLst/>
          </a:prstGeom>
        </p:spPr>
      </p:pic>
      <p:grpSp>
        <p:nvGrpSpPr>
          <p:cNvPr name="Group 77" id="7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8" id="78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8801100" y="7442200"/>
            <a:ext cx="2057400" cy="13335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3683000" y="8509000"/>
            <a:ext cx="7366000" cy="787400"/>
          </a:xfrm>
          <a:prstGeom prst="rect">
            <a:avLst/>
          </a:prstGeom>
        </p:spPr>
      </p:pic>
      <p:grpSp>
        <p:nvGrpSpPr>
          <p:cNvPr name="Group 80" id="8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1" id="81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2141200" y="3873500"/>
            <a:ext cx="5486400" cy="12700"/>
          </a:xfrm>
          <a:prstGeom prst="rect">
            <a:avLst/>
          </a:prstGeom>
        </p:spPr>
      </p:pic>
      <p:grpSp>
        <p:nvGrpSpPr>
          <p:cNvPr name="Group 82" id="8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3" id="83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2141200" y="4381500"/>
            <a:ext cx="5486400" cy="12700"/>
          </a:xfrm>
          <a:prstGeom prst="rect">
            <a:avLst/>
          </a:prstGeom>
        </p:spPr>
      </p:pic>
      <p:grpSp>
        <p:nvGrpSpPr>
          <p:cNvPr name="Group 84" id="8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5" id="85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2141200" y="4851400"/>
            <a:ext cx="5486400" cy="12700"/>
          </a:xfrm>
          <a:prstGeom prst="rect">
            <a:avLst/>
          </a:prstGeom>
        </p:spPr>
      </p:pic>
      <p:grpSp>
        <p:nvGrpSpPr>
          <p:cNvPr name="Group 86" id="8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7" id="8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2141200" y="5588000"/>
            <a:ext cx="5486400" cy="12700"/>
          </a:xfrm>
          <a:prstGeom prst="rect">
            <a:avLst/>
          </a:prstGeom>
        </p:spPr>
      </p:pic>
      <p:grpSp>
        <p:nvGrpSpPr>
          <p:cNvPr name="Group 88" id="8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9" id="89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2141200" y="6273800"/>
            <a:ext cx="5486400" cy="12700"/>
          </a:xfrm>
          <a:prstGeom prst="rect">
            <a:avLst/>
          </a:prstGeom>
        </p:spPr>
      </p:pic>
      <p:grpSp>
        <p:nvGrpSpPr>
          <p:cNvPr name="Group 90" id="9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1" id="91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2141200" y="6731000"/>
            <a:ext cx="5486400" cy="12700"/>
          </a:xfrm>
          <a:prstGeom prst="rect">
            <a:avLst/>
          </a:prstGeom>
        </p:spPr>
      </p:pic>
      <p:grpSp>
        <p:nvGrpSpPr>
          <p:cNvPr name="Group 92" id="9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3" id="93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2141200" y="7239000"/>
            <a:ext cx="5486400" cy="12700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2141200" y="7772400"/>
            <a:ext cx="5486400" cy="12700"/>
          </a:xfrm>
          <a:prstGeom prst="rect">
            <a:avLst/>
          </a:prstGeom>
        </p:spPr>
      </p:pic>
      <p:grpSp>
        <p:nvGrpSpPr>
          <p:cNvPr name="Group 96" id="9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7" id="9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2141200" y="8293100"/>
            <a:ext cx="5486400" cy="12700"/>
          </a:xfrm>
          <a:prstGeom prst="rect">
            <a:avLst/>
          </a:prstGeom>
        </p:spPr>
      </p:pic>
      <p:grpSp>
        <p:nvGrpSpPr>
          <p:cNvPr name="Group 98" id="9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9" id="99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2141200" y="8788400"/>
            <a:ext cx="5486400" cy="12700"/>
          </a:xfrm>
          <a:prstGeom prst="rect">
            <a:avLst/>
          </a:prstGeom>
        </p:spPr>
      </p:pic>
      <p:pic>
        <p:nvPicPr>
          <p:cNvPr name="Picture 100" id="100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3810000" y="6997700"/>
            <a:ext cx="1435100" cy="520700"/>
          </a:xfrm>
          <a:prstGeom prst="rect">
            <a:avLst/>
          </a:prstGeom>
        </p:spPr>
      </p:pic>
      <p:pic>
        <p:nvPicPr>
          <p:cNvPr name="Picture 101" id="101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6261100" y="6997700"/>
            <a:ext cx="2006600" cy="762000"/>
          </a:xfrm>
          <a:prstGeom prst="rect">
            <a:avLst/>
          </a:prstGeom>
        </p:spPr>
      </p:pic>
      <p:pic>
        <p:nvPicPr>
          <p:cNvPr name="Picture 102" id="102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8686800" y="6997700"/>
            <a:ext cx="1638300" cy="762000"/>
          </a:xfrm>
          <a:prstGeom prst="rect">
            <a:avLst/>
          </a:prstGeom>
        </p:spPr>
      </p:pic>
      <p:grpSp>
        <p:nvGrpSpPr>
          <p:cNvPr name="Group 103" id="10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04" id="10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5" id="105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5346700" y="5778500"/>
            <a:ext cx="914400" cy="914400"/>
          </a:xfrm>
          <a:prstGeom prst="rect">
            <a:avLst/>
          </a:prstGeom>
        </p:spPr>
      </p:pic>
      <p:pic>
        <p:nvPicPr>
          <p:cNvPr name="Picture 106" id="106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5372100" y="5486400"/>
            <a:ext cx="952500" cy="520700"/>
          </a:xfrm>
          <a:prstGeom prst="rect">
            <a:avLst/>
          </a:prstGeom>
        </p:spPr>
      </p:pic>
      <p:pic>
        <p:nvPicPr>
          <p:cNvPr name="Picture 107" id="107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5435600" y="6578600"/>
            <a:ext cx="825500" cy="660400"/>
          </a:xfrm>
          <a:prstGeom prst="rect">
            <a:avLst/>
          </a:prstGeom>
        </p:spPr>
      </p:pic>
      <p:grpSp>
        <p:nvGrpSpPr>
          <p:cNvPr name="Group 108" id="10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09" id="10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0" id="11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6642100" y="5778500"/>
            <a:ext cx="914400" cy="914400"/>
          </a:xfrm>
          <a:prstGeom prst="rect">
            <a:avLst/>
          </a:prstGeom>
        </p:spPr>
      </p:pic>
      <p:pic>
        <p:nvPicPr>
          <p:cNvPr name="Picture 111" id="111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6756400" y="5486400"/>
            <a:ext cx="774700" cy="520700"/>
          </a:xfrm>
          <a:prstGeom prst="rect">
            <a:avLst/>
          </a:prstGeom>
        </p:spPr>
      </p:pic>
      <p:pic>
        <p:nvPicPr>
          <p:cNvPr name="Picture 112" id="112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6743700" y="6578600"/>
            <a:ext cx="800100" cy="660400"/>
          </a:xfrm>
          <a:prstGeom prst="rect">
            <a:avLst/>
          </a:prstGeom>
        </p:spPr>
      </p:pic>
      <p:grpSp>
        <p:nvGrpSpPr>
          <p:cNvPr name="Group 113" id="1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4" id="114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7975600" y="5854700"/>
            <a:ext cx="749300" cy="749300"/>
          </a:xfrm>
          <a:prstGeom prst="rect">
            <a:avLst/>
          </a:prstGeom>
        </p:spPr>
      </p:pic>
      <p:pic>
        <p:nvPicPr>
          <p:cNvPr name="Picture 115" id="115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7874000" y="5499100"/>
            <a:ext cx="1066800" cy="520700"/>
          </a:xfrm>
          <a:prstGeom prst="rect">
            <a:avLst/>
          </a:prstGeom>
        </p:spPr>
      </p:pic>
      <p:pic>
        <p:nvPicPr>
          <p:cNvPr name="Picture 116" id="116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8153400" y="6578600"/>
            <a:ext cx="482600" cy="660400"/>
          </a:xfrm>
          <a:prstGeom prst="rect">
            <a:avLst/>
          </a:prstGeom>
        </p:spPr>
      </p:pic>
      <p:grpSp>
        <p:nvGrpSpPr>
          <p:cNvPr name="Group 117" id="1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8" id="118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3937000" y="5511800"/>
            <a:ext cx="774700" cy="762000"/>
          </a:xfrm>
          <a:prstGeom prst="rect">
            <a:avLst/>
          </a:prstGeom>
        </p:spPr>
      </p:pic>
      <p:pic>
        <p:nvPicPr>
          <p:cNvPr name="Picture 119" id="119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3810000" y="6019800"/>
            <a:ext cx="1282700" cy="673100"/>
          </a:xfrm>
          <a:prstGeom prst="rect">
            <a:avLst/>
          </a:prstGeom>
        </p:spPr>
      </p:pic>
      <p:pic>
        <p:nvPicPr>
          <p:cNvPr name="Picture 120" id="120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2153900" y="3390900"/>
            <a:ext cx="5740400" cy="6426200"/>
          </a:xfrm>
          <a:prstGeom prst="rect">
            <a:avLst/>
          </a:prstGeom>
        </p:spPr>
      </p:pic>
      <p:grpSp>
        <p:nvGrpSpPr>
          <p:cNvPr name="Group 121" id="1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2" id="122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12433300" y="2743200"/>
            <a:ext cx="2679700" cy="584200"/>
          </a:xfrm>
          <a:prstGeom prst="rect">
            <a:avLst/>
          </a:prstGeom>
        </p:spPr>
      </p:pic>
      <p:pic>
        <p:nvPicPr>
          <p:cNvPr name="Picture 123" id="123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2674600" y="2565400"/>
            <a:ext cx="2489200" cy="1117600"/>
          </a:xfrm>
          <a:prstGeom prst="rect">
            <a:avLst/>
          </a:prstGeom>
        </p:spPr>
      </p:pic>
      <p:pic>
        <p:nvPicPr>
          <p:cNvPr name="Picture 124" id="124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3835400" y="4787900"/>
            <a:ext cx="2032000" cy="1016000"/>
          </a:xfrm>
          <a:prstGeom prst="rect">
            <a:avLst/>
          </a:prstGeom>
        </p:spPr>
      </p:pic>
      <p:grpSp>
        <p:nvGrpSpPr>
          <p:cNvPr name="Group 125" id="1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6" id="12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3441700" y="5143500"/>
            <a:ext cx="482600" cy="482600"/>
          </a:xfrm>
          <a:prstGeom prst="rect">
            <a:avLst/>
          </a:prstGeom>
        </p:spPr>
      </p:pic>
      <p:pic>
        <p:nvPicPr>
          <p:cNvPr name="Picture 127" id="127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3429000" y="5118100"/>
            <a:ext cx="749300" cy="749300"/>
          </a:xfrm>
          <a:prstGeom prst="rect">
            <a:avLst/>
          </a:prstGeom>
        </p:spPr>
      </p:pic>
      <p:grpSp>
        <p:nvGrpSpPr>
          <p:cNvPr name="Group 128" id="1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9" id="129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4978400" y="5156200"/>
            <a:ext cx="482600" cy="482600"/>
          </a:xfrm>
          <a:prstGeom prst="rect">
            <a:avLst/>
          </a:prstGeom>
        </p:spPr>
      </p:pic>
      <p:pic>
        <p:nvPicPr>
          <p:cNvPr name="Picture 130" id="130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4978400" y="5143500"/>
            <a:ext cx="711200" cy="762000"/>
          </a:xfrm>
          <a:prstGeom prst="rect">
            <a:avLst/>
          </a:prstGeom>
        </p:spPr>
      </p:pic>
      <p:grpSp>
        <p:nvGrpSpPr>
          <p:cNvPr name="Group 131" id="13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2" id="132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6299200" y="5143500"/>
            <a:ext cx="482600" cy="482600"/>
          </a:xfrm>
          <a:prstGeom prst="rect">
            <a:avLst/>
          </a:prstGeom>
        </p:spPr>
      </p:pic>
      <p:pic>
        <p:nvPicPr>
          <p:cNvPr name="Picture 133" id="133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6311900" y="5130800"/>
            <a:ext cx="685800" cy="1320800"/>
          </a:xfrm>
          <a:prstGeom prst="rect">
            <a:avLst/>
          </a:prstGeom>
        </p:spPr>
      </p:pic>
      <p:grpSp>
        <p:nvGrpSpPr>
          <p:cNvPr name="Group 134" id="1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5" id="135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7442200" y="5143500"/>
            <a:ext cx="482600" cy="482600"/>
          </a:xfrm>
          <a:prstGeom prst="rect">
            <a:avLst/>
          </a:prstGeom>
        </p:spPr>
      </p:pic>
      <p:pic>
        <p:nvPicPr>
          <p:cNvPr name="Picture 136" id="136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7442200" y="5130800"/>
            <a:ext cx="685800" cy="1320800"/>
          </a:xfrm>
          <a:prstGeom prst="rect">
            <a:avLst/>
          </a:prstGeom>
        </p:spPr>
      </p:pic>
      <p:grpSp>
        <p:nvGrpSpPr>
          <p:cNvPr name="Group 137" id="1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8" id="138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8902700" y="5143500"/>
            <a:ext cx="482600" cy="482600"/>
          </a:xfrm>
          <a:prstGeom prst="rect">
            <a:avLst/>
          </a:prstGeom>
        </p:spPr>
      </p:pic>
      <p:pic>
        <p:nvPicPr>
          <p:cNvPr name="Picture 139" id="139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8902700" y="5118100"/>
            <a:ext cx="711200" cy="762000"/>
          </a:xfrm>
          <a:prstGeom prst="rect">
            <a:avLst/>
          </a:prstGeom>
        </p:spPr>
      </p:pic>
      <p:grpSp>
        <p:nvGrpSpPr>
          <p:cNvPr name="Group 140" id="14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1" id="141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3403600" y="6934200"/>
            <a:ext cx="482600" cy="482600"/>
          </a:xfrm>
          <a:prstGeom prst="rect">
            <a:avLst/>
          </a:prstGeom>
        </p:spPr>
      </p:pic>
      <p:pic>
        <p:nvPicPr>
          <p:cNvPr name="Picture 142" id="142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3403600" y="6921500"/>
            <a:ext cx="685800" cy="1320800"/>
          </a:xfrm>
          <a:prstGeom prst="rect">
            <a:avLst/>
          </a:prstGeom>
        </p:spPr>
      </p:pic>
      <p:grpSp>
        <p:nvGrpSpPr>
          <p:cNvPr name="Group 143" id="14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4" id="144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5753100" y="6946900"/>
            <a:ext cx="482600" cy="482600"/>
          </a:xfrm>
          <a:prstGeom prst="rect">
            <a:avLst/>
          </a:prstGeom>
        </p:spPr>
      </p:pic>
      <p:pic>
        <p:nvPicPr>
          <p:cNvPr name="Picture 145" id="145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5753100" y="6921500"/>
            <a:ext cx="711200" cy="762000"/>
          </a:xfrm>
          <a:prstGeom prst="rect">
            <a:avLst/>
          </a:prstGeom>
        </p:spPr>
      </p:pic>
      <p:grpSp>
        <p:nvGrpSpPr>
          <p:cNvPr name="Group 146" id="14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7" id="147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8242300" y="6946900"/>
            <a:ext cx="482600" cy="482600"/>
          </a:xfrm>
          <a:prstGeom prst="rect">
            <a:avLst/>
          </a:prstGeom>
        </p:spPr>
      </p:pic>
      <p:pic>
        <p:nvPicPr>
          <p:cNvPr name="Picture 148" id="148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8242300" y="6921500"/>
            <a:ext cx="711200" cy="762000"/>
          </a:xfrm>
          <a:prstGeom prst="rect">
            <a:avLst/>
          </a:prstGeom>
        </p:spPr>
      </p:pic>
      <p:grpSp>
        <p:nvGrpSpPr>
          <p:cNvPr name="Group 149" id="14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50" id="15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1" id="151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3683000" y="8559800"/>
            <a:ext cx="2057400" cy="711200"/>
          </a:xfrm>
          <a:prstGeom prst="rect">
            <a:avLst/>
          </a:prstGeom>
        </p:spPr>
      </p:pic>
      <p:grpSp>
        <p:nvGrpSpPr>
          <p:cNvPr name="Group 152" id="15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3" id="153"/>
          <p:cNvPicPr>
            <a:picLocks noChangeAspect="true"/>
          </p:cNvPicPr>
          <p:nvPr/>
        </p:nvPicPr>
        <p:blipFill>
          <a:blip r:embed="rId73"/>
          <a:stretch>
            <a:fillRect/>
          </a:stretch>
        </p:blipFill>
        <p:spPr>
          <a:xfrm rot="0">
            <a:off x="5842000" y="8496300"/>
            <a:ext cx="482600" cy="1079500"/>
          </a:xfrm>
          <a:prstGeom prst="rect">
            <a:avLst/>
          </a:prstGeom>
        </p:spPr>
      </p:pic>
      <p:pic>
        <p:nvPicPr>
          <p:cNvPr name="Picture 154" id="154"/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 rot="0">
            <a:off x="6248400" y="8470900"/>
            <a:ext cx="1168400" cy="914400"/>
          </a:xfrm>
          <a:prstGeom prst="rect">
            <a:avLst/>
          </a:prstGeom>
        </p:spPr>
      </p:pic>
      <p:pic>
        <p:nvPicPr>
          <p:cNvPr name="Picture 155" id="155"/>
          <p:cNvPicPr>
            <a:picLocks noChangeAspect="true"/>
          </p:cNvPicPr>
          <p:nvPr/>
        </p:nvPicPr>
        <p:blipFill>
          <a:blip r:embed="rId75"/>
          <a:stretch>
            <a:fillRect/>
          </a:stretch>
        </p:blipFill>
        <p:spPr>
          <a:xfrm rot="0">
            <a:off x="7315200" y="8496300"/>
            <a:ext cx="2819400" cy="914400"/>
          </a:xfrm>
          <a:prstGeom prst="rect">
            <a:avLst/>
          </a:prstGeom>
        </p:spPr>
      </p:pic>
      <p:pic>
        <p:nvPicPr>
          <p:cNvPr name="Picture 156" id="156"/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 rot="0">
            <a:off x="5803900" y="3835400"/>
            <a:ext cx="5207000" cy="711200"/>
          </a:xfrm>
          <a:prstGeom prst="rect">
            <a:avLst/>
          </a:prstGeom>
        </p:spPr>
      </p:pic>
      <p:grpSp>
        <p:nvGrpSpPr>
          <p:cNvPr name="Group 157" id="15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8" id="158"/>
          <p:cNvPicPr>
            <a:picLocks noChangeAspect="true"/>
          </p:cNvPicPr>
          <p:nvPr/>
        </p:nvPicPr>
        <p:blipFill>
          <a:blip r:embed="rId77"/>
          <a:stretch>
            <a:fillRect/>
          </a:stretch>
        </p:blipFill>
        <p:spPr>
          <a:xfrm rot="0">
            <a:off x="9410700" y="5499100"/>
            <a:ext cx="1130300" cy="495300"/>
          </a:xfrm>
          <a:prstGeom prst="rect">
            <a:avLst/>
          </a:prstGeom>
        </p:spPr>
      </p:pic>
      <p:pic>
        <p:nvPicPr>
          <p:cNvPr name="Picture 159" id="159"/>
          <p:cNvPicPr>
            <a:picLocks noChangeAspect="true"/>
          </p:cNvPicPr>
          <p:nvPr/>
        </p:nvPicPr>
        <p:blipFill>
          <a:blip r:embed="rId78"/>
          <a:stretch>
            <a:fillRect/>
          </a:stretch>
        </p:blipFill>
        <p:spPr>
          <a:xfrm rot="0">
            <a:off x="9118600" y="5778500"/>
            <a:ext cx="17907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83000" y="-914400"/>
            <a:ext cx="20612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84300" y="2603500"/>
            <a:ext cx="103124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683000" y="8559800"/>
            <a:ext cx="2057400" cy="7112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842000" y="8496300"/>
            <a:ext cx="482600" cy="10795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248400" y="8470900"/>
            <a:ext cx="1168400" cy="914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315200" y="8496300"/>
            <a:ext cx="2819400" cy="914400"/>
          </a:xfrm>
          <a:prstGeom prst="rect">
            <a:avLst/>
          </a:prstGeom>
        </p:spPr>
      </p:pic>
      <p:grpSp>
        <p:nvGrpSpPr>
          <p:cNvPr name="Group 31" id="3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35" id="3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40" id="40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41" id="41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42" id="42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6642100" y="1320800"/>
            <a:ext cx="10541000" cy="10668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879600" y="3136900"/>
            <a:ext cx="1803400" cy="6172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3683000" y="3136900"/>
            <a:ext cx="7366000" cy="5334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879600" y="4635500"/>
            <a:ext cx="1803400" cy="635000"/>
          </a:xfrm>
          <a:prstGeom prst="rect">
            <a:avLst/>
          </a:prstGeom>
        </p:spPr>
      </p:pic>
      <p:grpSp>
        <p:nvGrpSpPr>
          <p:cNvPr name="Group 51" id="51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2" id="5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892300" y="5270500"/>
            <a:ext cx="1765300" cy="12700"/>
          </a:xfrm>
          <a:prstGeom prst="rect">
            <a:avLst/>
          </a:prstGeom>
        </p:spPr>
      </p:pic>
      <p:grpSp>
        <p:nvGrpSpPr>
          <p:cNvPr name="Group 53" id="5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4" id="54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892300" y="6553200"/>
            <a:ext cx="1765300" cy="12700"/>
          </a:xfrm>
          <a:prstGeom prst="rect">
            <a:avLst/>
          </a:prstGeom>
        </p:spPr>
      </p:pic>
      <p:grpSp>
        <p:nvGrpSpPr>
          <p:cNvPr name="Group 55" id="5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6" id="56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905000" y="7188200"/>
            <a:ext cx="1765300" cy="127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905000" y="7835900"/>
            <a:ext cx="1765300" cy="12700"/>
          </a:xfrm>
          <a:prstGeom prst="rect">
            <a:avLst/>
          </a:prstGeom>
        </p:spPr>
      </p:pic>
      <p:grpSp>
        <p:nvGrpSpPr>
          <p:cNvPr name="Group 59" id="5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0" id="60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879600" y="4635500"/>
            <a:ext cx="1765300" cy="127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3683000" y="3670300"/>
            <a:ext cx="7366000" cy="9779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968500" y="4673600"/>
            <a:ext cx="1803400" cy="3251200"/>
          </a:xfrm>
          <a:prstGeom prst="rect">
            <a:avLst/>
          </a:prstGeom>
        </p:spPr>
      </p:pic>
      <p:grpSp>
        <p:nvGrpSpPr>
          <p:cNvPr name="Group 63" id="6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4" id="64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892300" y="5918200"/>
            <a:ext cx="1828800" cy="12700"/>
          </a:xfrm>
          <a:prstGeom prst="rect">
            <a:avLst/>
          </a:prstGeom>
        </p:spPr>
      </p:pic>
      <p:grpSp>
        <p:nvGrpSpPr>
          <p:cNvPr name="Group 65" id="6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6" id="6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146300" y="3213100"/>
            <a:ext cx="1257300" cy="13208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3683000" y="4622800"/>
            <a:ext cx="7366000" cy="3873500"/>
          </a:xfrm>
          <a:prstGeom prst="rect">
            <a:avLst/>
          </a:prstGeom>
        </p:spPr>
      </p:pic>
      <p:grpSp>
        <p:nvGrpSpPr>
          <p:cNvPr name="Group 68" id="6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9" id="69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6261100" y="7340600"/>
            <a:ext cx="2197100" cy="14097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286500" y="7962900"/>
            <a:ext cx="2171700" cy="9017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8737600" y="7340600"/>
            <a:ext cx="2197100" cy="1409700"/>
          </a:xfrm>
          <a:prstGeom prst="rect">
            <a:avLst/>
          </a:prstGeom>
        </p:spPr>
      </p:pic>
      <p:grpSp>
        <p:nvGrpSpPr>
          <p:cNvPr name="Group 72" id="7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3" id="73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8801100" y="7442200"/>
            <a:ext cx="2057400" cy="1333500"/>
          </a:xfrm>
          <a:prstGeom prst="rect">
            <a:avLst/>
          </a:prstGeom>
        </p:spPr>
      </p:pic>
      <p:grpSp>
        <p:nvGrpSpPr>
          <p:cNvPr name="Group 74" id="7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5" id="75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3797300" y="7340600"/>
            <a:ext cx="2197100" cy="14097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3797300" y="8051800"/>
            <a:ext cx="2184400" cy="825500"/>
          </a:xfrm>
          <a:prstGeom prst="rect">
            <a:avLst/>
          </a:prstGeom>
        </p:spPr>
      </p:pic>
      <p:grpSp>
        <p:nvGrpSpPr>
          <p:cNvPr name="Group 77" id="7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8" id="78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2433300" y="2743200"/>
            <a:ext cx="2679700" cy="5842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674600" y="2565400"/>
            <a:ext cx="2489200" cy="11176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141200" y="3263900"/>
            <a:ext cx="5486400" cy="13843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3683000" y="8509000"/>
            <a:ext cx="7366000" cy="7874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3797300" y="4775200"/>
            <a:ext cx="7150100" cy="5080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3822700" y="4737100"/>
            <a:ext cx="1993900" cy="698500"/>
          </a:xfrm>
          <a:prstGeom prst="rect">
            <a:avLst/>
          </a:prstGeom>
        </p:spPr>
      </p:pic>
      <p:grpSp>
        <p:nvGrpSpPr>
          <p:cNvPr name="Group 84" id="8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5" id="85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0299700" y="3162300"/>
            <a:ext cx="482600" cy="482600"/>
          </a:xfrm>
          <a:prstGeom prst="rect">
            <a:avLst/>
          </a:prstGeom>
        </p:spPr>
      </p:pic>
      <p:pic>
        <p:nvPicPr>
          <p:cNvPr name="Picture 86" id="86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7162800" y="3111500"/>
            <a:ext cx="3390900" cy="698500"/>
          </a:xfrm>
          <a:prstGeom prst="rect">
            <a:avLst/>
          </a:prstGeom>
        </p:spPr>
      </p:pic>
      <p:grpSp>
        <p:nvGrpSpPr>
          <p:cNvPr name="Group 87" id="8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8" id="88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3403600" y="4457700"/>
            <a:ext cx="482600" cy="482600"/>
          </a:xfrm>
          <a:prstGeom prst="rect">
            <a:avLst/>
          </a:prstGeom>
        </p:spPr>
      </p:pic>
      <p:pic>
        <p:nvPicPr>
          <p:cNvPr name="Picture 89" id="89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3390900" y="4432300"/>
            <a:ext cx="736600" cy="749300"/>
          </a:xfrm>
          <a:prstGeom prst="rect">
            <a:avLst/>
          </a:prstGeom>
        </p:spPr>
      </p:pic>
      <p:grpSp>
        <p:nvGrpSpPr>
          <p:cNvPr name="Group 90" id="9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91" id="9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2" id="9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683000" y="8559800"/>
            <a:ext cx="2057400" cy="711200"/>
          </a:xfrm>
          <a:prstGeom prst="rect">
            <a:avLst/>
          </a:prstGeom>
        </p:spPr>
      </p:pic>
      <p:grpSp>
        <p:nvGrpSpPr>
          <p:cNvPr name="Group 93" id="9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4" id="9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842000" y="8496300"/>
            <a:ext cx="482600" cy="1079500"/>
          </a:xfrm>
          <a:prstGeom prst="rect">
            <a:avLst/>
          </a:prstGeom>
        </p:spPr>
      </p:pic>
      <p:pic>
        <p:nvPicPr>
          <p:cNvPr name="Picture 95" id="9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248400" y="8470900"/>
            <a:ext cx="1168400" cy="91440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315200" y="8496300"/>
            <a:ext cx="2819400" cy="914400"/>
          </a:xfrm>
          <a:prstGeom prst="rect">
            <a:avLst/>
          </a:prstGeom>
        </p:spPr>
      </p:pic>
      <p:pic>
        <p:nvPicPr>
          <p:cNvPr name="Picture 97" id="97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5803900" y="3835400"/>
            <a:ext cx="5207000" cy="711200"/>
          </a:xfrm>
          <a:prstGeom prst="rect">
            <a:avLst/>
          </a:prstGeom>
        </p:spPr>
      </p:pic>
      <p:pic>
        <p:nvPicPr>
          <p:cNvPr name="Picture 98" id="98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3784600" y="5473700"/>
            <a:ext cx="7150100" cy="14478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9474200" y="4508500"/>
            <a:ext cx="10820400" cy="5562600"/>
          </a:xfrm>
          <a:prstGeom prst="rect">
            <a:avLst/>
          </a:prstGeom>
        </p:spPr>
      </p:pic>
      <p:pic>
        <p:nvPicPr>
          <p:cNvPr name="Picture 100" id="100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3810000" y="6997700"/>
            <a:ext cx="1435100" cy="520700"/>
          </a:xfrm>
          <a:prstGeom prst="rect">
            <a:avLst/>
          </a:prstGeom>
        </p:spPr>
      </p:pic>
      <p:pic>
        <p:nvPicPr>
          <p:cNvPr name="Picture 101" id="101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6261100" y="6997700"/>
            <a:ext cx="2006600" cy="762000"/>
          </a:xfrm>
          <a:prstGeom prst="rect">
            <a:avLst/>
          </a:prstGeom>
        </p:spPr>
      </p:pic>
      <p:pic>
        <p:nvPicPr>
          <p:cNvPr name="Picture 102" id="102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8686800" y="6997700"/>
            <a:ext cx="1638300" cy="762000"/>
          </a:xfrm>
          <a:prstGeom prst="rect">
            <a:avLst/>
          </a:prstGeom>
        </p:spPr>
      </p:pic>
      <p:grpSp>
        <p:nvGrpSpPr>
          <p:cNvPr name="Group 103" id="10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04" id="10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5" id="105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5346700" y="5778500"/>
            <a:ext cx="914400" cy="914400"/>
          </a:xfrm>
          <a:prstGeom prst="rect">
            <a:avLst/>
          </a:prstGeom>
        </p:spPr>
      </p:pic>
      <p:pic>
        <p:nvPicPr>
          <p:cNvPr name="Picture 106" id="106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5372100" y="5486400"/>
            <a:ext cx="952500" cy="520700"/>
          </a:xfrm>
          <a:prstGeom prst="rect">
            <a:avLst/>
          </a:prstGeom>
        </p:spPr>
      </p:pic>
      <p:pic>
        <p:nvPicPr>
          <p:cNvPr name="Picture 107" id="107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5435600" y="6578600"/>
            <a:ext cx="825500" cy="660400"/>
          </a:xfrm>
          <a:prstGeom prst="rect">
            <a:avLst/>
          </a:prstGeom>
        </p:spPr>
      </p:pic>
      <p:grpSp>
        <p:nvGrpSpPr>
          <p:cNvPr name="Group 108" id="10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09" id="10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0" id="110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6642100" y="5778500"/>
            <a:ext cx="914400" cy="914400"/>
          </a:xfrm>
          <a:prstGeom prst="rect">
            <a:avLst/>
          </a:prstGeom>
        </p:spPr>
      </p:pic>
      <p:pic>
        <p:nvPicPr>
          <p:cNvPr name="Picture 111" id="111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6756400" y="5486400"/>
            <a:ext cx="774700" cy="520700"/>
          </a:xfrm>
          <a:prstGeom prst="rect">
            <a:avLst/>
          </a:prstGeom>
        </p:spPr>
      </p:pic>
      <p:pic>
        <p:nvPicPr>
          <p:cNvPr name="Picture 112" id="11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6743700" y="6578600"/>
            <a:ext cx="800100" cy="660400"/>
          </a:xfrm>
          <a:prstGeom prst="rect">
            <a:avLst/>
          </a:prstGeom>
        </p:spPr>
      </p:pic>
      <p:grpSp>
        <p:nvGrpSpPr>
          <p:cNvPr name="Group 113" id="1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4" id="114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7975600" y="5854700"/>
            <a:ext cx="749300" cy="749300"/>
          </a:xfrm>
          <a:prstGeom prst="rect">
            <a:avLst/>
          </a:prstGeom>
        </p:spPr>
      </p:pic>
      <p:pic>
        <p:nvPicPr>
          <p:cNvPr name="Picture 115" id="115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7874000" y="5499100"/>
            <a:ext cx="1066800" cy="520700"/>
          </a:xfrm>
          <a:prstGeom prst="rect">
            <a:avLst/>
          </a:prstGeom>
        </p:spPr>
      </p:pic>
      <p:pic>
        <p:nvPicPr>
          <p:cNvPr name="Picture 116" id="116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8153400" y="6578600"/>
            <a:ext cx="482600" cy="660400"/>
          </a:xfrm>
          <a:prstGeom prst="rect">
            <a:avLst/>
          </a:prstGeom>
        </p:spPr>
      </p:pic>
      <p:grpSp>
        <p:nvGrpSpPr>
          <p:cNvPr name="Group 117" id="1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8" id="118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3937000" y="5511800"/>
            <a:ext cx="774700" cy="762000"/>
          </a:xfrm>
          <a:prstGeom prst="rect">
            <a:avLst/>
          </a:prstGeom>
        </p:spPr>
      </p:pic>
      <p:pic>
        <p:nvPicPr>
          <p:cNvPr name="Picture 119" id="11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3810000" y="6019800"/>
            <a:ext cx="1282700" cy="673100"/>
          </a:xfrm>
          <a:prstGeom prst="rect">
            <a:avLst/>
          </a:prstGeom>
        </p:spPr>
      </p:pic>
      <p:grpSp>
        <p:nvGrpSpPr>
          <p:cNvPr name="Group 120" id="1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1" id="121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9410700" y="5499100"/>
            <a:ext cx="1130300" cy="495300"/>
          </a:xfrm>
          <a:prstGeom prst="rect">
            <a:avLst/>
          </a:prstGeom>
        </p:spPr>
      </p:pic>
      <p:pic>
        <p:nvPicPr>
          <p:cNvPr name="Picture 122" id="122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9118600" y="5778500"/>
            <a:ext cx="1790700" cy="1320800"/>
          </a:xfrm>
          <a:prstGeom prst="rect">
            <a:avLst/>
          </a:prstGeom>
        </p:spPr>
      </p:pic>
      <p:grpSp>
        <p:nvGrpSpPr>
          <p:cNvPr name="Group 123" id="1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4" id="124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3454400" y="5435600"/>
            <a:ext cx="482600" cy="482600"/>
          </a:xfrm>
          <a:prstGeom prst="rect">
            <a:avLst/>
          </a:prstGeom>
        </p:spPr>
      </p:pic>
      <p:pic>
        <p:nvPicPr>
          <p:cNvPr name="Picture 125" id="125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3441700" y="5410200"/>
            <a:ext cx="749300" cy="749300"/>
          </a:xfrm>
          <a:prstGeom prst="rect">
            <a:avLst/>
          </a:prstGeom>
        </p:spPr>
      </p:pic>
      <p:pic>
        <p:nvPicPr>
          <p:cNvPr name="Picture 126" id="126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12153900" y="5359400"/>
            <a:ext cx="4978400" cy="10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