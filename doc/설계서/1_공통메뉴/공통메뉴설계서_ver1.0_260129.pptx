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56.png" Type="http://schemas.openxmlformats.org/officeDocument/2006/relationships/image"/><Relationship Id="rId26" Target="../media/image57.png" Type="http://schemas.openxmlformats.org/officeDocument/2006/relationships/image"/><Relationship Id="rId27" Target="../media/image58.png" Type="http://schemas.openxmlformats.org/officeDocument/2006/relationships/image"/><Relationship Id="rId28" Target="../media/image59.png" Type="http://schemas.openxmlformats.org/officeDocument/2006/relationships/image"/><Relationship Id="rId29" Target="../media/image60.png" Type="http://schemas.openxmlformats.org/officeDocument/2006/relationships/image"/><Relationship Id="rId3" Target="../media/image2.png" Type="http://schemas.openxmlformats.org/officeDocument/2006/relationships/image"/><Relationship Id="rId30" Target="../media/image61.png" Type="http://schemas.openxmlformats.org/officeDocument/2006/relationships/image"/><Relationship Id="rId31" Target="../media/image62.png" Type="http://schemas.openxmlformats.org/officeDocument/2006/relationships/image"/><Relationship Id="rId32" Target="../media/image63.png" Type="http://schemas.openxmlformats.org/officeDocument/2006/relationships/image"/><Relationship Id="rId33" Target="../media/image64.png" Type="http://schemas.openxmlformats.org/officeDocument/2006/relationships/image"/><Relationship Id="rId34" Target="../media/image65.png" Type="http://schemas.openxmlformats.org/officeDocument/2006/relationships/image"/><Relationship Id="rId35" Target="../media/image66.png" Type="http://schemas.openxmlformats.org/officeDocument/2006/relationships/image"/><Relationship Id="rId36" Target="../media/image67.png" Type="http://schemas.openxmlformats.org/officeDocument/2006/relationships/image"/><Relationship Id="rId37" Target="../media/image68.png" Type="http://schemas.openxmlformats.org/officeDocument/2006/relationships/image"/><Relationship Id="rId38" Target="../media/image69.png" Type="http://schemas.openxmlformats.org/officeDocument/2006/relationships/image"/><Relationship Id="rId39" Target="../media/image70.png" Type="http://schemas.openxmlformats.org/officeDocument/2006/relationships/image"/><Relationship Id="rId4" Target="../media/image3.png" Type="http://schemas.openxmlformats.org/officeDocument/2006/relationships/image"/><Relationship Id="rId40" Target="../media/image71.png" Type="http://schemas.openxmlformats.org/officeDocument/2006/relationships/image"/><Relationship Id="rId41" Target="../media/image72.png" Type="http://schemas.openxmlformats.org/officeDocument/2006/relationships/image"/><Relationship Id="rId42" Target="../media/image73.png" Type="http://schemas.openxmlformats.org/officeDocument/2006/relationships/image"/><Relationship Id="rId43" Target="../media/image74.png" Type="http://schemas.openxmlformats.org/officeDocument/2006/relationships/image"/><Relationship Id="rId44" Target="../media/image75.png" Type="http://schemas.openxmlformats.org/officeDocument/2006/relationships/image"/><Relationship Id="rId45" Target="../media/image76.png" Type="http://schemas.openxmlformats.org/officeDocument/2006/relationships/image"/><Relationship Id="rId46" Target="../media/image77.png" Type="http://schemas.openxmlformats.org/officeDocument/2006/relationships/image"/><Relationship Id="rId47" Target="../media/image78.png" Type="http://schemas.openxmlformats.org/officeDocument/2006/relationships/image"/><Relationship Id="rId48" Target="../media/image79.png" Type="http://schemas.openxmlformats.org/officeDocument/2006/relationships/image"/><Relationship Id="rId49" Target="../media/image80.png" Type="http://schemas.openxmlformats.org/officeDocument/2006/relationships/image"/><Relationship Id="rId5" Target="../media/image4.png" Type="http://schemas.openxmlformats.org/officeDocument/2006/relationships/image"/><Relationship Id="rId50" Target="../media/image81.png" Type="http://schemas.openxmlformats.org/officeDocument/2006/relationships/image"/><Relationship Id="rId51" Target="../media/image82.png" Type="http://schemas.openxmlformats.org/officeDocument/2006/relationships/image"/><Relationship Id="rId52" Target="../media/image83.png" Type="http://schemas.openxmlformats.org/officeDocument/2006/relationships/image"/><Relationship Id="rId53" Target="../media/image84.png" Type="http://schemas.openxmlformats.org/officeDocument/2006/relationships/image"/><Relationship Id="rId54" Target="../media/image85.png" Type="http://schemas.openxmlformats.org/officeDocument/2006/relationships/image"/><Relationship Id="rId55" Target="../media/image86.png" Type="http://schemas.openxmlformats.org/officeDocument/2006/relationships/image"/><Relationship Id="rId56" Target="../media/image87.png" Type="http://schemas.openxmlformats.org/officeDocument/2006/relationships/image"/><Relationship Id="rId57" Target="../media/image88.png" Type="http://schemas.openxmlformats.org/officeDocument/2006/relationships/image"/><Relationship Id="rId58" Target="../media/image89.png" Type="http://schemas.openxmlformats.org/officeDocument/2006/relationships/image"/><Relationship Id="rId59" Target="../media/image90.png" Type="http://schemas.openxmlformats.org/officeDocument/2006/relationships/image"/><Relationship Id="rId6" Target="../media/image5.png" Type="http://schemas.openxmlformats.org/officeDocument/2006/relationships/image"/><Relationship Id="rId60" Target="../media/image91.png" Type="http://schemas.openxmlformats.org/officeDocument/2006/relationships/image"/><Relationship Id="rId61" Target="../media/image92.png" Type="http://schemas.openxmlformats.org/officeDocument/2006/relationships/image"/><Relationship Id="rId62" Target="../media/image93.png" Type="http://schemas.openxmlformats.org/officeDocument/2006/relationships/image"/><Relationship Id="rId63" Target="../media/image94.png" Type="http://schemas.openxmlformats.org/officeDocument/2006/relationships/image"/><Relationship Id="rId64" Target="../media/image95.png" Type="http://schemas.openxmlformats.org/officeDocument/2006/relationships/image"/><Relationship Id="rId65" Target="../media/image96.png" Type="http://schemas.openxmlformats.org/officeDocument/2006/relationships/image"/><Relationship Id="rId66" Target="../media/image97.png" Type="http://schemas.openxmlformats.org/officeDocument/2006/relationships/image"/><Relationship Id="rId67" Target="../media/image51.png" Type="http://schemas.openxmlformats.org/officeDocument/2006/relationships/image"/><Relationship Id="rId68" Target="../media/image33.png" Type="http://schemas.openxmlformats.org/officeDocument/2006/relationships/image"/><Relationship Id="rId69" Target="../media/image98.png" Type="http://schemas.openxmlformats.org/officeDocument/2006/relationships/image"/><Relationship Id="rId7" Target="../media/image6.png" Type="http://schemas.openxmlformats.org/officeDocument/2006/relationships/image"/><Relationship Id="rId70" Target="../media/image99.png" Type="http://schemas.openxmlformats.org/officeDocument/2006/relationships/image"/><Relationship Id="rId71" Target="../media/image100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76200"/>
            <a:ext cx="30695900" cy="125603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581400" y="-10287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47800" y="24892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45600" y="-10414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52300" y="24892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375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8483600"/>
            <a:ext cx="7366000" cy="8255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9055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44900"/>
            <a:ext cx="7366000" cy="9779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217400" y="3492500"/>
            <a:ext cx="5473700" cy="4927600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4572000"/>
            <a:ext cx="4826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85900" y="4546600"/>
            <a:ext cx="736600" cy="7493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5257800"/>
            <a:ext cx="482600" cy="482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5232400"/>
            <a:ext cx="749300" cy="7620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5956300"/>
            <a:ext cx="4826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85900" y="5930900"/>
            <a:ext cx="711200" cy="7747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6654800"/>
            <a:ext cx="482600" cy="4826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98600" y="6642100"/>
            <a:ext cx="685800" cy="1320800"/>
          </a:xfrm>
          <a:prstGeom prst="rect">
            <a:avLst/>
          </a:prstGeom>
        </p:spPr>
      </p:pic>
      <p:grpSp>
        <p:nvGrpSpPr>
          <p:cNvPr name="Group 73" id="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4" id="7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7353300"/>
            <a:ext cx="482600" cy="4826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85900" y="7327900"/>
            <a:ext cx="749300" cy="74930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6718300" y="2794000"/>
            <a:ext cx="482600" cy="482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718300" y="2768600"/>
            <a:ext cx="711200" cy="7620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699500" y="2794000"/>
            <a:ext cx="482600" cy="4826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8699500" y="2781300"/>
            <a:ext cx="685800" cy="13208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9956800" y="2794000"/>
            <a:ext cx="482600" cy="482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956800" y="2768600"/>
            <a:ext cx="711200" cy="7620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6" id="8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479800" y="8242300"/>
            <a:ext cx="482600" cy="4826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365500" y="8216900"/>
            <a:ext cx="977900" cy="7620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433300" y="2819400"/>
            <a:ext cx="2679700" cy="5842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674600" y="2628900"/>
            <a:ext cx="2489200" cy="1117600"/>
          </a:xfrm>
          <a:prstGeom prst="rect">
            <a:avLst/>
          </a:prstGeom>
        </p:spPr>
      </p:pic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410200" y="3594100"/>
            <a:ext cx="482600" cy="482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410200" y="3568700"/>
            <a:ext cx="711200" cy="7620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663700" y="29718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663700" y="2946400"/>
            <a:ext cx="711200" cy="7620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683000" y="8547100"/>
            <a:ext cx="2057400" cy="7112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4" id="10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842000" y="8483600"/>
            <a:ext cx="482600" cy="10795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315200" y="8483600"/>
            <a:ext cx="2819400" cy="9144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19500" y="-9398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25781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375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74800" y="2781300"/>
            <a:ext cx="635000" cy="2159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209800" y="2781300"/>
            <a:ext cx="2578100" cy="19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209800" y="4660900"/>
            <a:ext cx="2578100" cy="2921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530600"/>
            <a:ext cx="622300" cy="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759200"/>
            <a:ext cx="622300" cy="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975100"/>
            <a:ext cx="622300" cy="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203700"/>
            <a:ext cx="622300" cy="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432300"/>
            <a:ext cx="622300" cy="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3302000"/>
            <a:ext cx="622300" cy="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209800" y="2959100"/>
            <a:ext cx="2578100" cy="342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3340100"/>
            <a:ext cx="622300" cy="1244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33900" y="2794000"/>
            <a:ext cx="165100" cy="1651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41700" y="2794000"/>
            <a:ext cx="1168400" cy="355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4737100"/>
            <a:ext cx="1435100" cy="266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74800" y="5067300"/>
            <a:ext cx="635000" cy="2159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209800" y="5067300"/>
            <a:ext cx="2578100" cy="190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209800" y="6946900"/>
            <a:ext cx="2578100" cy="2921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816600"/>
            <a:ext cx="622300" cy="0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7" id="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045200"/>
            <a:ext cx="622300" cy="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6273800"/>
            <a:ext cx="622300" cy="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489700"/>
            <a:ext cx="622300" cy="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718300"/>
            <a:ext cx="622300" cy="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600700"/>
            <a:ext cx="622300" cy="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209800" y="5245100"/>
            <a:ext cx="2578100" cy="3429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5626100"/>
            <a:ext cx="622300" cy="1244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5080000"/>
            <a:ext cx="165100" cy="1651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5080000"/>
            <a:ext cx="1168400" cy="3556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7023100"/>
            <a:ext cx="1435100" cy="2667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74800" y="7404100"/>
            <a:ext cx="635000" cy="21590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2209800" y="7404100"/>
            <a:ext cx="2578100" cy="190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209800" y="9271000"/>
            <a:ext cx="2578100" cy="2921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153400"/>
            <a:ext cx="622300" cy="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369300"/>
            <a:ext cx="622300" cy="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597900"/>
            <a:ext cx="622300" cy="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826500"/>
            <a:ext cx="622300" cy="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9042400"/>
            <a:ext cx="622300" cy="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7924800"/>
            <a:ext cx="622300" cy="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209800" y="7581900"/>
            <a:ext cx="2578100" cy="3429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7962900"/>
            <a:ext cx="622300" cy="12446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7416800"/>
            <a:ext cx="165100" cy="1651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7404100"/>
            <a:ext cx="1168400" cy="3556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9347200"/>
            <a:ext cx="1435100" cy="2667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889500" y="2781300"/>
            <a:ext cx="635000" cy="21590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524500" y="2794000"/>
            <a:ext cx="2578100" cy="1905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524500" y="4660900"/>
            <a:ext cx="2578100" cy="2921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530600"/>
            <a:ext cx="622300" cy="0"/>
          </a:xfrm>
          <a:prstGeom prst="rect">
            <a:avLst/>
          </a:prstGeom>
        </p:spPr>
      </p:pic>
      <p:grpSp>
        <p:nvGrpSpPr>
          <p:cNvPr name="Group 106" id="1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7" id="1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759200"/>
            <a:ext cx="622300" cy="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9" id="1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987800"/>
            <a:ext cx="622300" cy="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1" id="1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203700"/>
            <a:ext cx="622300" cy="0"/>
          </a:xfrm>
          <a:prstGeom prst="rect">
            <a:avLst/>
          </a:prstGeom>
        </p:spPr>
      </p:pic>
      <p:grpSp>
        <p:nvGrpSpPr>
          <p:cNvPr name="Group 112" id="1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3" id="1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432300"/>
            <a:ext cx="622300" cy="0"/>
          </a:xfrm>
          <a:prstGeom prst="rect">
            <a:avLst/>
          </a:prstGeom>
        </p:spPr>
      </p:pic>
      <p:grpSp>
        <p:nvGrpSpPr>
          <p:cNvPr name="Group 114" id="1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3314700"/>
            <a:ext cx="622300" cy="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524500" y="2971800"/>
            <a:ext cx="2578100" cy="342900"/>
          </a:xfrm>
          <a:prstGeom prst="rect">
            <a:avLst/>
          </a:prstGeom>
        </p:spPr>
      </p:pic>
      <p:pic>
        <p:nvPicPr>
          <p:cNvPr name="Picture 117" id="11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927600" y="3352800"/>
            <a:ext cx="622300" cy="14732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48600" y="2794000"/>
            <a:ext cx="165100" cy="1651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56400" y="2794000"/>
            <a:ext cx="1168400" cy="355600"/>
          </a:xfrm>
          <a:prstGeom prst="rect">
            <a:avLst/>
          </a:prstGeom>
        </p:spPr>
      </p:pic>
      <p:pic>
        <p:nvPicPr>
          <p:cNvPr name="Picture 120" id="12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4737100"/>
            <a:ext cx="1435100" cy="2667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4889500" y="5080000"/>
            <a:ext cx="635000" cy="21590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524500" y="5080000"/>
            <a:ext cx="2578100" cy="190500"/>
          </a:xfrm>
          <a:prstGeom prst="rect">
            <a:avLst/>
          </a:prstGeom>
        </p:spPr>
      </p:pic>
      <p:pic>
        <p:nvPicPr>
          <p:cNvPr name="Picture 123" id="12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524500" y="6946900"/>
            <a:ext cx="2578100" cy="292100"/>
          </a:xfrm>
          <a:prstGeom prst="rect">
            <a:avLst/>
          </a:prstGeom>
        </p:spPr>
      </p:pic>
      <p:grpSp>
        <p:nvGrpSpPr>
          <p:cNvPr name="Group 124" id="12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5" id="12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829300"/>
            <a:ext cx="622300" cy="0"/>
          </a:xfrm>
          <a:prstGeom prst="rect">
            <a:avLst/>
          </a:prstGeom>
        </p:spPr>
      </p:pic>
      <p:grpSp>
        <p:nvGrpSpPr>
          <p:cNvPr name="Group 126" id="12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7" id="12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045200"/>
            <a:ext cx="622300" cy="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6273800"/>
            <a:ext cx="622300" cy="0"/>
          </a:xfrm>
          <a:prstGeom prst="rect">
            <a:avLst/>
          </a:prstGeom>
        </p:spPr>
      </p:pic>
      <p:grpSp>
        <p:nvGrpSpPr>
          <p:cNvPr name="Group 130" id="13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1" id="1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502400"/>
            <a:ext cx="622300" cy="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718300"/>
            <a:ext cx="622300" cy="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600700"/>
            <a:ext cx="622300" cy="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524500" y="5257800"/>
            <a:ext cx="2578100" cy="342900"/>
          </a:xfrm>
          <a:prstGeom prst="rect">
            <a:avLst/>
          </a:prstGeom>
        </p:spPr>
      </p:pic>
      <p:pic>
        <p:nvPicPr>
          <p:cNvPr name="Picture 137" id="13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927600" y="5638800"/>
            <a:ext cx="622300" cy="1244600"/>
          </a:xfrm>
          <a:prstGeom prst="rect">
            <a:avLst/>
          </a:prstGeom>
        </p:spPr>
      </p:pic>
      <p:pic>
        <p:nvPicPr>
          <p:cNvPr name="Picture 138" id="1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5092700"/>
            <a:ext cx="165100" cy="165100"/>
          </a:xfrm>
          <a:prstGeom prst="rect">
            <a:avLst/>
          </a:prstGeom>
        </p:spPr>
      </p:pic>
      <p:pic>
        <p:nvPicPr>
          <p:cNvPr name="Picture 139" id="13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5080000"/>
            <a:ext cx="1168400" cy="355600"/>
          </a:xfrm>
          <a:prstGeom prst="rect">
            <a:avLst/>
          </a:prstGeom>
        </p:spPr>
      </p:pic>
      <p:pic>
        <p:nvPicPr>
          <p:cNvPr name="Picture 140" id="14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7023100"/>
            <a:ext cx="1435100" cy="2667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4889500" y="7404100"/>
            <a:ext cx="635000" cy="2159000"/>
          </a:xfrm>
          <a:prstGeom prst="rect">
            <a:avLst/>
          </a:prstGeom>
        </p:spPr>
      </p:pic>
      <p:pic>
        <p:nvPicPr>
          <p:cNvPr name="Picture 142" id="14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524500" y="7404100"/>
            <a:ext cx="2578100" cy="190500"/>
          </a:xfrm>
          <a:prstGeom prst="rect">
            <a:avLst/>
          </a:prstGeom>
        </p:spPr>
      </p:pic>
      <p:pic>
        <p:nvPicPr>
          <p:cNvPr name="Picture 143" id="14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524500" y="9283700"/>
            <a:ext cx="2578100" cy="292100"/>
          </a:xfrm>
          <a:prstGeom prst="rect">
            <a:avLst/>
          </a:prstGeom>
        </p:spPr>
      </p:pic>
      <p:grpSp>
        <p:nvGrpSpPr>
          <p:cNvPr name="Group 144" id="1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5" id="1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153400"/>
            <a:ext cx="622300" cy="0"/>
          </a:xfrm>
          <a:prstGeom prst="rect">
            <a:avLst/>
          </a:prstGeom>
        </p:spPr>
      </p:pic>
      <p:grpSp>
        <p:nvGrpSpPr>
          <p:cNvPr name="Group 146" id="1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7" id="1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382000"/>
            <a:ext cx="622300" cy="0"/>
          </a:xfrm>
          <a:prstGeom prst="rect">
            <a:avLst/>
          </a:prstGeom>
        </p:spPr>
      </p:pic>
      <p:grpSp>
        <p:nvGrpSpPr>
          <p:cNvPr name="Group 148" id="1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9" id="1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597900"/>
            <a:ext cx="622300" cy="0"/>
          </a:xfrm>
          <a:prstGeom prst="rect">
            <a:avLst/>
          </a:prstGeom>
        </p:spPr>
      </p:pic>
      <p:grpSp>
        <p:nvGrpSpPr>
          <p:cNvPr name="Group 150" id="1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1" id="1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826500"/>
            <a:ext cx="622300" cy="0"/>
          </a:xfrm>
          <a:prstGeom prst="rect">
            <a:avLst/>
          </a:prstGeom>
        </p:spPr>
      </p:pic>
      <p:grpSp>
        <p:nvGrpSpPr>
          <p:cNvPr name="Group 152" id="1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3" id="1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9055100"/>
            <a:ext cx="622300" cy="0"/>
          </a:xfrm>
          <a:prstGeom prst="rect">
            <a:avLst/>
          </a:prstGeom>
        </p:spPr>
      </p:pic>
      <p:grpSp>
        <p:nvGrpSpPr>
          <p:cNvPr name="Group 154" id="1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5" id="1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7924800"/>
            <a:ext cx="622300" cy="0"/>
          </a:xfrm>
          <a:prstGeom prst="rect">
            <a:avLst/>
          </a:prstGeom>
        </p:spPr>
      </p:pic>
      <p:pic>
        <p:nvPicPr>
          <p:cNvPr name="Picture 156" id="1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524500" y="7581900"/>
            <a:ext cx="2578100" cy="342900"/>
          </a:xfrm>
          <a:prstGeom prst="rect">
            <a:avLst/>
          </a:prstGeom>
        </p:spPr>
      </p:pic>
      <p:pic>
        <p:nvPicPr>
          <p:cNvPr name="Picture 157" id="15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927600" y="7962900"/>
            <a:ext cx="622300" cy="1473200"/>
          </a:xfrm>
          <a:prstGeom prst="rect">
            <a:avLst/>
          </a:prstGeom>
        </p:spPr>
      </p:pic>
      <p:pic>
        <p:nvPicPr>
          <p:cNvPr name="Picture 158" id="1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7416800"/>
            <a:ext cx="165100" cy="165100"/>
          </a:xfrm>
          <a:prstGeom prst="rect">
            <a:avLst/>
          </a:prstGeom>
        </p:spPr>
      </p:pic>
      <p:pic>
        <p:nvPicPr>
          <p:cNvPr name="Picture 159" id="1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7416800"/>
            <a:ext cx="1168400" cy="355600"/>
          </a:xfrm>
          <a:prstGeom prst="rect">
            <a:avLst/>
          </a:prstGeom>
        </p:spPr>
      </p:pic>
      <p:pic>
        <p:nvPicPr>
          <p:cNvPr name="Picture 160" id="1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9359900"/>
            <a:ext cx="1435100" cy="266700"/>
          </a:xfrm>
          <a:prstGeom prst="rect">
            <a:avLst/>
          </a:prstGeom>
        </p:spPr>
      </p:pic>
      <p:pic>
        <p:nvPicPr>
          <p:cNvPr name="Picture 161" id="16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216900" y="2781300"/>
            <a:ext cx="635000" cy="2159000"/>
          </a:xfrm>
          <a:prstGeom prst="rect">
            <a:avLst/>
          </a:prstGeom>
        </p:spPr>
      </p:pic>
      <p:pic>
        <p:nvPicPr>
          <p:cNvPr name="Picture 162" id="162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8839200" y="2794000"/>
            <a:ext cx="2578100" cy="190500"/>
          </a:xfrm>
          <a:prstGeom prst="rect">
            <a:avLst/>
          </a:prstGeom>
        </p:spPr>
      </p:pic>
      <p:pic>
        <p:nvPicPr>
          <p:cNvPr name="Picture 163" id="16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839200" y="4660900"/>
            <a:ext cx="2578100" cy="292100"/>
          </a:xfrm>
          <a:prstGeom prst="rect">
            <a:avLst/>
          </a:prstGeom>
        </p:spPr>
      </p:pic>
      <p:grpSp>
        <p:nvGrpSpPr>
          <p:cNvPr name="Group 164" id="1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5" id="1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530600"/>
            <a:ext cx="622300" cy="0"/>
          </a:xfrm>
          <a:prstGeom prst="rect">
            <a:avLst/>
          </a:prstGeom>
        </p:spPr>
      </p:pic>
      <p:grpSp>
        <p:nvGrpSpPr>
          <p:cNvPr name="Group 166" id="1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7" id="1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759200"/>
            <a:ext cx="622300" cy="0"/>
          </a:xfrm>
          <a:prstGeom prst="rect">
            <a:avLst/>
          </a:prstGeom>
        </p:spPr>
      </p:pic>
      <p:grpSp>
        <p:nvGrpSpPr>
          <p:cNvPr name="Group 168" id="1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9" id="1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987800"/>
            <a:ext cx="622300" cy="0"/>
          </a:xfrm>
          <a:prstGeom prst="rect">
            <a:avLst/>
          </a:prstGeom>
        </p:spPr>
      </p:pic>
      <p:grpSp>
        <p:nvGrpSpPr>
          <p:cNvPr name="Group 170" id="1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1" id="1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203700"/>
            <a:ext cx="622300" cy="0"/>
          </a:xfrm>
          <a:prstGeom prst="rect">
            <a:avLst/>
          </a:prstGeom>
        </p:spPr>
      </p:pic>
      <p:grpSp>
        <p:nvGrpSpPr>
          <p:cNvPr name="Group 172" id="1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3" id="1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432300"/>
            <a:ext cx="622300" cy="0"/>
          </a:xfrm>
          <a:prstGeom prst="rect">
            <a:avLst/>
          </a:prstGeom>
        </p:spPr>
      </p:pic>
      <p:grpSp>
        <p:nvGrpSpPr>
          <p:cNvPr name="Group 174" id="1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5" id="1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314700"/>
            <a:ext cx="622300" cy="0"/>
          </a:xfrm>
          <a:prstGeom prst="rect">
            <a:avLst/>
          </a:prstGeom>
        </p:spPr>
      </p:pic>
      <p:pic>
        <p:nvPicPr>
          <p:cNvPr name="Picture 176" id="176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8839200" y="2971800"/>
            <a:ext cx="2578100" cy="342900"/>
          </a:xfrm>
          <a:prstGeom prst="rect">
            <a:avLst/>
          </a:prstGeom>
        </p:spPr>
      </p:pic>
      <p:pic>
        <p:nvPicPr>
          <p:cNvPr name="Picture 177" id="17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242300" y="3352800"/>
            <a:ext cx="622300" cy="1473200"/>
          </a:xfrm>
          <a:prstGeom prst="rect">
            <a:avLst/>
          </a:prstGeom>
        </p:spPr>
      </p:pic>
      <p:pic>
        <p:nvPicPr>
          <p:cNvPr name="Picture 178" id="17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63300" y="2794000"/>
            <a:ext cx="165100" cy="165100"/>
          </a:xfrm>
          <a:prstGeom prst="rect">
            <a:avLst/>
          </a:prstGeom>
        </p:spPr>
      </p:pic>
      <p:pic>
        <p:nvPicPr>
          <p:cNvPr name="Picture 179" id="17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71100" y="2794000"/>
            <a:ext cx="1168400" cy="355600"/>
          </a:xfrm>
          <a:prstGeom prst="rect">
            <a:avLst/>
          </a:prstGeom>
        </p:spPr>
      </p:pic>
      <p:pic>
        <p:nvPicPr>
          <p:cNvPr name="Picture 180" id="1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4737100"/>
            <a:ext cx="1435100" cy="266700"/>
          </a:xfrm>
          <a:prstGeom prst="rect">
            <a:avLst/>
          </a:prstGeom>
        </p:spPr>
      </p:pic>
      <p:pic>
        <p:nvPicPr>
          <p:cNvPr name="Picture 181" id="18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8204200" y="5080000"/>
            <a:ext cx="635000" cy="2159000"/>
          </a:xfrm>
          <a:prstGeom prst="rect">
            <a:avLst/>
          </a:prstGeom>
        </p:spPr>
      </p:pic>
      <p:pic>
        <p:nvPicPr>
          <p:cNvPr name="Picture 182" id="18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839200" y="5080000"/>
            <a:ext cx="2578100" cy="190500"/>
          </a:xfrm>
          <a:prstGeom prst="rect">
            <a:avLst/>
          </a:prstGeom>
        </p:spPr>
      </p:pic>
      <p:pic>
        <p:nvPicPr>
          <p:cNvPr name="Picture 183" id="18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839200" y="6946900"/>
            <a:ext cx="2578100" cy="292100"/>
          </a:xfrm>
          <a:prstGeom prst="rect">
            <a:avLst/>
          </a:prstGeom>
        </p:spPr>
      </p:pic>
      <p:grpSp>
        <p:nvGrpSpPr>
          <p:cNvPr name="Group 184" id="1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5" id="1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5829300"/>
            <a:ext cx="622300" cy="0"/>
          </a:xfrm>
          <a:prstGeom prst="rect">
            <a:avLst/>
          </a:prstGeom>
        </p:spPr>
      </p:pic>
      <p:grpSp>
        <p:nvGrpSpPr>
          <p:cNvPr name="Group 186" id="1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7" id="1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045200"/>
            <a:ext cx="622300" cy="0"/>
          </a:xfrm>
          <a:prstGeom prst="rect">
            <a:avLst/>
          </a:prstGeom>
        </p:spPr>
      </p:pic>
      <p:grpSp>
        <p:nvGrpSpPr>
          <p:cNvPr name="Group 188" id="1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9" id="1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6273800"/>
            <a:ext cx="622300" cy="0"/>
          </a:xfrm>
          <a:prstGeom prst="rect">
            <a:avLst/>
          </a:prstGeom>
        </p:spPr>
      </p:pic>
      <p:grpSp>
        <p:nvGrpSpPr>
          <p:cNvPr name="Group 190" id="1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1" id="1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502400"/>
            <a:ext cx="622300" cy="0"/>
          </a:xfrm>
          <a:prstGeom prst="rect">
            <a:avLst/>
          </a:prstGeom>
        </p:spPr>
      </p:pic>
      <p:grpSp>
        <p:nvGrpSpPr>
          <p:cNvPr name="Group 192" id="1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3" id="1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718300"/>
            <a:ext cx="622300" cy="0"/>
          </a:xfrm>
          <a:prstGeom prst="rect">
            <a:avLst/>
          </a:prstGeom>
        </p:spPr>
      </p:pic>
      <p:grpSp>
        <p:nvGrpSpPr>
          <p:cNvPr name="Group 194" id="1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5" id="1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5600700"/>
            <a:ext cx="622300" cy="0"/>
          </a:xfrm>
          <a:prstGeom prst="rect">
            <a:avLst/>
          </a:prstGeom>
        </p:spPr>
      </p:pic>
      <p:pic>
        <p:nvPicPr>
          <p:cNvPr name="Picture 196" id="196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839200" y="5257800"/>
            <a:ext cx="2578100" cy="342900"/>
          </a:xfrm>
          <a:prstGeom prst="rect">
            <a:avLst/>
          </a:prstGeom>
        </p:spPr>
      </p:pic>
      <p:pic>
        <p:nvPicPr>
          <p:cNvPr name="Picture 197" id="19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242300" y="5638800"/>
            <a:ext cx="622300" cy="1473200"/>
          </a:xfrm>
          <a:prstGeom prst="rect">
            <a:avLst/>
          </a:prstGeom>
        </p:spPr>
      </p:pic>
      <p:pic>
        <p:nvPicPr>
          <p:cNvPr name="Picture 198" id="19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5092700"/>
            <a:ext cx="165100" cy="165100"/>
          </a:xfrm>
          <a:prstGeom prst="rect">
            <a:avLst/>
          </a:prstGeom>
        </p:spPr>
      </p:pic>
      <p:pic>
        <p:nvPicPr>
          <p:cNvPr name="Picture 199" id="19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5080000"/>
            <a:ext cx="1168400" cy="355600"/>
          </a:xfrm>
          <a:prstGeom prst="rect">
            <a:avLst/>
          </a:prstGeom>
        </p:spPr>
      </p:pic>
      <p:pic>
        <p:nvPicPr>
          <p:cNvPr name="Picture 200" id="20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7023100"/>
            <a:ext cx="1435100" cy="266700"/>
          </a:xfrm>
          <a:prstGeom prst="rect">
            <a:avLst/>
          </a:prstGeom>
        </p:spPr>
      </p:pic>
      <p:pic>
        <p:nvPicPr>
          <p:cNvPr name="Picture 201" id="20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8204200" y="7404100"/>
            <a:ext cx="635000" cy="2159000"/>
          </a:xfrm>
          <a:prstGeom prst="rect">
            <a:avLst/>
          </a:prstGeom>
        </p:spPr>
      </p:pic>
      <p:pic>
        <p:nvPicPr>
          <p:cNvPr name="Picture 202" id="202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8839200" y="7404100"/>
            <a:ext cx="2578100" cy="190500"/>
          </a:xfrm>
          <a:prstGeom prst="rect">
            <a:avLst/>
          </a:prstGeom>
        </p:spPr>
      </p:pic>
      <p:pic>
        <p:nvPicPr>
          <p:cNvPr name="Picture 203" id="203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8839200" y="9283700"/>
            <a:ext cx="2578100" cy="292100"/>
          </a:xfrm>
          <a:prstGeom prst="rect">
            <a:avLst/>
          </a:prstGeom>
        </p:spPr>
      </p:pic>
      <p:grpSp>
        <p:nvGrpSpPr>
          <p:cNvPr name="Group 204" id="2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5" id="2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153400"/>
            <a:ext cx="622300" cy="0"/>
          </a:xfrm>
          <a:prstGeom prst="rect">
            <a:avLst/>
          </a:prstGeom>
        </p:spPr>
      </p:pic>
      <p:grpSp>
        <p:nvGrpSpPr>
          <p:cNvPr name="Group 206" id="2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7" id="2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382000"/>
            <a:ext cx="622300" cy="0"/>
          </a:xfrm>
          <a:prstGeom prst="rect">
            <a:avLst/>
          </a:prstGeom>
        </p:spPr>
      </p:pic>
      <p:grpSp>
        <p:nvGrpSpPr>
          <p:cNvPr name="Group 208" id="2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9" id="2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8597900"/>
            <a:ext cx="622300" cy="0"/>
          </a:xfrm>
          <a:prstGeom prst="rect">
            <a:avLst/>
          </a:prstGeom>
        </p:spPr>
      </p:pic>
      <p:grpSp>
        <p:nvGrpSpPr>
          <p:cNvPr name="Group 210" id="2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1" id="2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826500"/>
            <a:ext cx="622300" cy="0"/>
          </a:xfrm>
          <a:prstGeom prst="rect">
            <a:avLst/>
          </a:prstGeom>
        </p:spPr>
      </p:pic>
      <p:grpSp>
        <p:nvGrpSpPr>
          <p:cNvPr name="Group 212" id="2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3" id="2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9055100"/>
            <a:ext cx="622300" cy="0"/>
          </a:xfrm>
          <a:prstGeom prst="rect">
            <a:avLst/>
          </a:prstGeom>
        </p:spPr>
      </p:pic>
      <p:grpSp>
        <p:nvGrpSpPr>
          <p:cNvPr name="Group 214" id="2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5" id="2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7924800"/>
            <a:ext cx="622300" cy="0"/>
          </a:xfrm>
          <a:prstGeom prst="rect">
            <a:avLst/>
          </a:prstGeom>
        </p:spPr>
      </p:pic>
      <p:pic>
        <p:nvPicPr>
          <p:cNvPr name="Picture 216" id="21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8839200" y="7581900"/>
            <a:ext cx="2578100" cy="342900"/>
          </a:xfrm>
          <a:prstGeom prst="rect">
            <a:avLst/>
          </a:prstGeom>
        </p:spPr>
      </p:pic>
      <p:pic>
        <p:nvPicPr>
          <p:cNvPr name="Picture 217" id="21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242300" y="7962900"/>
            <a:ext cx="622300" cy="1244600"/>
          </a:xfrm>
          <a:prstGeom prst="rect">
            <a:avLst/>
          </a:prstGeom>
        </p:spPr>
      </p:pic>
      <p:pic>
        <p:nvPicPr>
          <p:cNvPr name="Picture 218" id="21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7416800"/>
            <a:ext cx="165100" cy="165100"/>
          </a:xfrm>
          <a:prstGeom prst="rect">
            <a:avLst/>
          </a:prstGeom>
        </p:spPr>
      </p:pic>
      <p:grpSp>
        <p:nvGrpSpPr>
          <p:cNvPr name="Group 219" id="2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0" id="220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87800" y="3009900"/>
            <a:ext cx="711200" cy="241300"/>
          </a:xfrm>
          <a:prstGeom prst="rect">
            <a:avLst/>
          </a:prstGeom>
        </p:spPr>
      </p:pic>
      <p:grpSp>
        <p:nvGrpSpPr>
          <p:cNvPr name="Group 221" id="2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2" id="222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76400" y="2806700"/>
            <a:ext cx="431800" cy="457200"/>
          </a:xfrm>
          <a:prstGeom prst="rect">
            <a:avLst/>
          </a:prstGeom>
        </p:spPr>
      </p:pic>
      <p:grpSp>
        <p:nvGrpSpPr>
          <p:cNvPr name="Group 223" id="2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24" id="2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5" id="22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62400" y="5321300"/>
            <a:ext cx="711200" cy="241300"/>
          </a:xfrm>
          <a:prstGeom prst="rect">
            <a:avLst/>
          </a:prstGeom>
        </p:spPr>
      </p:pic>
      <p:grpSp>
        <p:nvGrpSpPr>
          <p:cNvPr name="Group 226" id="2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7" id="22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38300" y="5118100"/>
            <a:ext cx="431800" cy="457200"/>
          </a:xfrm>
          <a:prstGeom prst="rect">
            <a:avLst/>
          </a:prstGeom>
        </p:spPr>
      </p:pic>
      <p:grpSp>
        <p:nvGrpSpPr>
          <p:cNvPr name="Group 228" id="2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9" id="22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75100" y="7645400"/>
            <a:ext cx="711200" cy="241300"/>
          </a:xfrm>
          <a:prstGeom prst="rect">
            <a:avLst/>
          </a:prstGeom>
        </p:spPr>
      </p:pic>
      <p:grpSp>
        <p:nvGrpSpPr>
          <p:cNvPr name="Group 230" id="2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1" id="23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51000" y="7442200"/>
            <a:ext cx="431800" cy="457200"/>
          </a:xfrm>
          <a:prstGeom prst="rect">
            <a:avLst/>
          </a:prstGeom>
        </p:spPr>
      </p:pic>
      <p:grpSp>
        <p:nvGrpSpPr>
          <p:cNvPr name="Group 232" id="2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3" id="233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7632700"/>
            <a:ext cx="711200" cy="241300"/>
          </a:xfrm>
          <a:prstGeom prst="rect">
            <a:avLst/>
          </a:prstGeom>
        </p:spPr>
      </p:pic>
      <p:grpSp>
        <p:nvGrpSpPr>
          <p:cNvPr name="Group 234" id="2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5" id="23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65700" y="7442200"/>
            <a:ext cx="431800" cy="457200"/>
          </a:xfrm>
          <a:prstGeom prst="rect">
            <a:avLst/>
          </a:prstGeom>
        </p:spPr>
      </p:pic>
      <p:grpSp>
        <p:nvGrpSpPr>
          <p:cNvPr name="Group 236" id="2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7" id="237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04500" y="7645400"/>
            <a:ext cx="711200" cy="241300"/>
          </a:xfrm>
          <a:prstGeom prst="rect">
            <a:avLst/>
          </a:prstGeom>
        </p:spPr>
      </p:pic>
      <p:grpSp>
        <p:nvGrpSpPr>
          <p:cNvPr name="Group 238" id="2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9" id="239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293100" y="7442200"/>
            <a:ext cx="431800" cy="457200"/>
          </a:xfrm>
          <a:prstGeom prst="rect">
            <a:avLst/>
          </a:prstGeom>
        </p:spPr>
      </p:pic>
      <p:grpSp>
        <p:nvGrpSpPr>
          <p:cNvPr name="Group 240" id="2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1" id="241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5334000"/>
            <a:ext cx="711200" cy="241300"/>
          </a:xfrm>
          <a:prstGeom prst="rect">
            <a:avLst/>
          </a:prstGeom>
        </p:spPr>
      </p:pic>
      <p:grpSp>
        <p:nvGrpSpPr>
          <p:cNvPr name="Group 242" id="2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3" id="243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78400" y="5130800"/>
            <a:ext cx="431800" cy="457200"/>
          </a:xfrm>
          <a:prstGeom prst="rect">
            <a:avLst/>
          </a:prstGeom>
        </p:spPr>
      </p:pic>
      <p:grpSp>
        <p:nvGrpSpPr>
          <p:cNvPr name="Group 244" id="2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5" id="24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17200" y="5321300"/>
            <a:ext cx="711200" cy="241300"/>
          </a:xfrm>
          <a:prstGeom prst="rect">
            <a:avLst/>
          </a:prstGeom>
        </p:spPr>
      </p:pic>
      <p:grpSp>
        <p:nvGrpSpPr>
          <p:cNvPr name="Group 246" id="2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7" id="24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05800" y="5130800"/>
            <a:ext cx="431800" cy="457200"/>
          </a:xfrm>
          <a:prstGeom prst="rect">
            <a:avLst/>
          </a:prstGeom>
        </p:spPr>
      </p:pic>
      <p:grpSp>
        <p:nvGrpSpPr>
          <p:cNvPr name="Group 248" id="2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9" id="24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302500" y="3022600"/>
            <a:ext cx="711200" cy="241300"/>
          </a:xfrm>
          <a:prstGeom prst="rect">
            <a:avLst/>
          </a:prstGeom>
        </p:spPr>
      </p:pic>
      <p:grpSp>
        <p:nvGrpSpPr>
          <p:cNvPr name="Group 250" id="2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1" id="25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91100" y="2819400"/>
            <a:ext cx="431800" cy="457200"/>
          </a:xfrm>
          <a:prstGeom prst="rect">
            <a:avLst/>
          </a:prstGeom>
        </p:spPr>
      </p:pic>
      <p:grpSp>
        <p:nvGrpSpPr>
          <p:cNvPr name="Group 252" id="2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3" id="253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29900" y="3009900"/>
            <a:ext cx="711200" cy="241300"/>
          </a:xfrm>
          <a:prstGeom prst="rect">
            <a:avLst/>
          </a:prstGeom>
        </p:spPr>
      </p:pic>
      <p:grpSp>
        <p:nvGrpSpPr>
          <p:cNvPr name="Group 254" id="2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5" id="25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18500" y="2806700"/>
            <a:ext cx="431800" cy="457200"/>
          </a:xfrm>
          <a:prstGeom prst="rect">
            <a:avLst/>
          </a:prstGeom>
        </p:spPr>
      </p:pic>
      <p:pic>
        <p:nvPicPr>
          <p:cNvPr name="Picture 256" id="25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7416800"/>
            <a:ext cx="1168400" cy="355600"/>
          </a:xfrm>
          <a:prstGeom prst="rect">
            <a:avLst/>
          </a:prstGeom>
        </p:spPr>
      </p:pic>
      <p:pic>
        <p:nvPicPr>
          <p:cNvPr name="Picture 257" id="25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9359900"/>
            <a:ext cx="1435100" cy="266700"/>
          </a:xfrm>
          <a:prstGeom prst="rect">
            <a:avLst/>
          </a:prstGeom>
        </p:spPr>
      </p:pic>
      <p:pic>
        <p:nvPicPr>
          <p:cNvPr name="Picture 258" id="258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2128500" y="4152900"/>
            <a:ext cx="2298700" cy="5994400"/>
          </a:xfrm>
          <a:prstGeom prst="rect">
            <a:avLst/>
          </a:prstGeom>
        </p:spPr>
      </p:pic>
      <p:pic>
        <p:nvPicPr>
          <p:cNvPr name="Picture 259" id="259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4782800" y="2768600"/>
            <a:ext cx="2298700" cy="7416800"/>
          </a:xfrm>
          <a:prstGeom prst="rect">
            <a:avLst/>
          </a:prstGeom>
        </p:spPr>
      </p:pic>
      <p:pic>
        <p:nvPicPr>
          <p:cNvPr name="Picture 260" id="260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446000" y="3086100"/>
            <a:ext cx="1841500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