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61.png" Type="http://schemas.openxmlformats.org/officeDocument/2006/relationships/image"/><Relationship Id="rId25" Target="../media/image29.png" Type="http://schemas.openxmlformats.org/officeDocument/2006/relationships/image"/><Relationship Id="rId26" Target="../media/image30.png" Type="http://schemas.openxmlformats.org/officeDocument/2006/relationships/image"/><Relationship Id="rId27" Target="../media/image31.png" Type="http://schemas.openxmlformats.org/officeDocument/2006/relationships/image"/><Relationship Id="rId28" Target="../media/image32.png" Type="http://schemas.openxmlformats.org/officeDocument/2006/relationships/image"/><Relationship Id="rId29" Target="../media/image33.png" Type="http://schemas.openxmlformats.org/officeDocument/2006/relationships/image"/><Relationship Id="rId3" Target="../media/image2.png" Type="http://schemas.openxmlformats.org/officeDocument/2006/relationships/image"/><Relationship Id="rId30" Target="../media/image34.png" Type="http://schemas.openxmlformats.org/officeDocument/2006/relationships/image"/><Relationship Id="rId31" Target="../media/image35.png" Type="http://schemas.openxmlformats.org/officeDocument/2006/relationships/image"/><Relationship Id="rId32" Target="../media/image36.png" Type="http://schemas.openxmlformats.org/officeDocument/2006/relationships/image"/><Relationship Id="rId33" Target="../media/image37.png" Type="http://schemas.openxmlformats.org/officeDocument/2006/relationships/image"/><Relationship Id="rId34" Target="../media/image38.png" Type="http://schemas.openxmlformats.org/officeDocument/2006/relationships/image"/><Relationship Id="rId35" Target="../media/image39.png" Type="http://schemas.openxmlformats.org/officeDocument/2006/relationships/image"/><Relationship Id="rId36" Target="../media/image62.png" Type="http://schemas.openxmlformats.org/officeDocument/2006/relationships/image"/><Relationship Id="rId37" Target="../media/image63.png" Type="http://schemas.openxmlformats.org/officeDocument/2006/relationships/image"/><Relationship Id="rId38" Target="../media/image64.png" Type="http://schemas.openxmlformats.org/officeDocument/2006/relationships/image"/><Relationship Id="rId39" Target="../media/image65.png" Type="http://schemas.openxmlformats.org/officeDocument/2006/relationships/image"/><Relationship Id="rId4" Target="../media/image3.png" Type="http://schemas.openxmlformats.org/officeDocument/2006/relationships/image"/><Relationship Id="rId40" Target="../media/image66.png" Type="http://schemas.openxmlformats.org/officeDocument/2006/relationships/image"/><Relationship Id="rId41" Target="../media/image67.png" Type="http://schemas.openxmlformats.org/officeDocument/2006/relationships/image"/><Relationship Id="rId42" Target="../media/image43.png" Type="http://schemas.openxmlformats.org/officeDocument/2006/relationships/image"/><Relationship Id="rId43" Target="../media/image45.png" Type="http://schemas.openxmlformats.org/officeDocument/2006/relationships/image"/><Relationship Id="rId44" Target="../media/image47.png" Type="http://schemas.openxmlformats.org/officeDocument/2006/relationships/image"/><Relationship Id="rId45" Target="../media/image68.png" Type="http://schemas.openxmlformats.org/officeDocument/2006/relationships/image"/><Relationship Id="rId46" Target="../media/image69.png" Type="http://schemas.openxmlformats.org/officeDocument/2006/relationships/image"/><Relationship Id="rId47" Target="../media/image49.png" Type="http://schemas.openxmlformats.org/officeDocument/2006/relationships/image"/><Relationship Id="rId48" Target="../media/image70.png" Type="http://schemas.openxmlformats.org/officeDocument/2006/relationships/image"/><Relationship Id="rId49" Target="../media/image71.png" Type="http://schemas.openxmlformats.org/officeDocument/2006/relationships/image"/><Relationship Id="rId5" Target="../media/image4.png" Type="http://schemas.openxmlformats.org/officeDocument/2006/relationships/image"/><Relationship Id="rId50" Target="../media/image51.png" Type="http://schemas.openxmlformats.org/officeDocument/2006/relationships/image"/><Relationship Id="rId51" Target="../media/image72.png" Type="http://schemas.openxmlformats.org/officeDocument/2006/relationships/image"/><Relationship Id="rId52" Target="../media/image73.png" Type="http://schemas.openxmlformats.org/officeDocument/2006/relationships/image"/><Relationship Id="rId53" Target="../media/image74.png" Type="http://schemas.openxmlformats.org/officeDocument/2006/relationships/image"/><Relationship Id="rId54" Target="../media/image52.png" Type="http://schemas.openxmlformats.org/officeDocument/2006/relationships/image"/><Relationship Id="rId55" Target="../media/image53.png" Type="http://schemas.openxmlformats.org/officeDocument/2006/relationships/image"/><Relationship Id="rId56" Target="../media/image54.png" Type="http://schemas.openxmlformats.org/officeDocument/2006/relationships/image"/><Relationship Id="rId57" Target="../media/image55.png" Type="http://schemas.openxmlformats.org/officeDocument/2006/relationships/image"/><Relationship Id="rId58" Target="../media/image75.png" Type="http://schemas.openxmlformats.org/officeDocument/2006/relationships/image"/><Relationship Id="rId59" Target="../media/image56.png" Type="http://schemas.openxmlformats.org/officeDocument/2006/relationships/image"/><Relationship Id="rId6" Target="../media/image5.png" Type="http://schemas.openxmlformats.org/officeDocument/2006/relationships/image"/><Relationship Id="rId60" Target="../media/image57.png" Type="http://schemas.openxmlformats.org/officeDocument/2006/relationships/image"/><Relationship Id="rId61" Target="../media/image58.png" Type="http://schemas.openxmlformats.org/officeDocument/2006/relationships/image"/><Relationship Id="rId62" Target="../media/image59.png" Type="http://schemas.openxmlformats.org/officeDocument/2006/relationships/image"/><Relationship Id="rId63" Target="../media/image60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97663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192000" y="3543300"/>
            <a:ext cx="5029200" cy="6350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92300" y="3136900"/>
            <a:ext cx="1803400" cy="6172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7" id="4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8" id="4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49" id="4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3" id="5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162800" y="3111500"/>
            <a:ext cx="3314700" cy="711200"/>
          </a:xfrm>
          <a:prstGeom prst="rect">
            <a:avLst/>
          </a:prstGeom>
        </p:spPr>
      </p:pic>
      <p:grpSp>
        <p:nvGrpSpPr>
          <p:cNvPr name="Group 62" id="6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3" id="6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089400" y="7759700"/>
            <a:ext cx="546100" cy="228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102100" y="8102600"/>
            <a:ext cx="546100" cy="2286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3873500" y="4991100"/>
            <a:ext cx="2794000" cy="3873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9626600" y="5232400"/>
            <a:ext cx="10566400" cy="49403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822700" y="4724400"/>
            <a:ext cx="1422400" cy="7112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708400" y="5270500"/>
            <a:ext cx="1447800" cy="6985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9855200" y="4876800"/>
            <a:ext cx="800100" cy="3302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0058400" y="4864100"/>
            <a:ext cx="444500" cy="406400"/>
          </a:xfrm>
          <a:prstGeom prst="rect">
            <a:avLst/>
          </a:prstGeom>
        </p:spPr>
      </p:pic>
      <p:grpSp>
        <p:nvGrpSpPr>
          <p:cNvPr name="Group 75" id="7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6" id="7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327400" y="4483100"/>
            <a:ext cx="482600" cy="4826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3314700" y="4470400"/>
            <a:ext cx="736600" cy="749300"/>
          </a:xfrm>
          <a:prstGeom prst="rect">
            <a:avLst/>
          </a:prstGeom>
        </p:spPr>
      </p:pic>
      <p:grpSp>
        <p:nvGrpSpPr>
          <p:cNvPr name="Group 78" id="7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9" id="7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9525000" y="4483100"/>
            <a:ext cx="482600" cy="4826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512300" y="4457700"/>
            <a:ext cx="749300" cy="749300"/>
          </a:xfrm>
          <a:prstGeom prst="rect">
            <a:avLst/>
          </a:prstGeom>
        </p:spPr>
      </p:pic>
      <p:grpSp>
        <p:nvGrpSpPr>
          <p:cNvPr name="Group 81" id="8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2" id="82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314700" y="5143500"/>
            <a:ext cx="482600" cy="4826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3314700" y="5118100"/>
            <a:ext cx="711200" cy="7620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314700" y="5791200"/>
            <a:ext cx="482600" cy="4826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3314700" y="5778500"/>
            <a:ext cx="685800" cy="1320800"/>
          </a:xfrm>
          <a:prstGeom prst="rect">
            <a:avLst/>
          </a:prstGeom>
        </p:spPr>
      </p:pic>
      <p:grpSp>
        <p:nvGrpSpPr>
          <p:cNvPr name="Group 87" id="8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8" id="88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3683000" y="8559800"/>
            <a:ext cx="2057400" cy="711200"/>
          </a:xfrm>
          <a:prstGeom prst="rect">
            <a:avLst/>
          </a:prstGeom>
        </p:spPr>
      </p:pic>
      <p:grpSp>
        <p:nvGrpSpPr>
          <p:cNvPr name="Group 93" id="9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4" id="9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842000" y="8496300"/>
            <a:ext cx="482600" cy="10795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7315200" y="8496300"/>
            <a:ext cx="2819400" cy="9144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5803900" y="3835400"/>
            <a:ext cx="5207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96774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6" id="5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7" id="5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58" id="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162800" y="3111500"/>
            <a:ext cx="3314700" cy="711200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937000" y="5435600"/>
            <a:ext cx="2921000" cy="3429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711700" y="5867400"/>
            <a:ext cx="571500" cy="2794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533900" y="6248400"/>
            <a:ext cx="901700" cy="2794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4648200" y="6604000"/>
            <a:ext cx="635000" cy="2794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4902200" y="7023100"/>
            <a:ext cx="1866900" cy="2794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4140200" y="8153400"/>
            <a:ext cx="673100" cy="2794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4140200" y="7772400"/>
            <a:ext cx="673100" cy="2794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822700" y="4724400"/>
            <a:ext cx="1422400" cy="711200"/>
          </a:xfrm>
          <a:prstGeom prst="rect">
            <a:avLst/>
          </a:prstGeom>
        </p:spPr>
      </p:pic>
      <p:grpSp>
        <p:nvGrpSpPr>
          <p:cNvPr name="Group 73" id="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4" id="7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9855200" y="4876800"/>
            <a:ext cx="800100" cy="3302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0058400" y="4864100"/>
            <a:ext cx="457200" cy="4064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708400" y="5270500"/>
            <a:ext cx="1943100" cy="6985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9525000" y="4546600"/>
            <a:ext cx="482600" cy="4826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525000" y="4533900"/>
            <a:ext cx="685800" cy="13208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1" id="8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448300" y="5092700"/>
            <a:ext cx="482600" cy="4826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410200" y="5067300"/>
            <a:ext cx="749300" cy="749300"/>
          </a:xfrm>
          <a:prstGeom prst="rect">
            <a:avLst/>
          </a:prstGeom>
        </p:spPr>
      </p:pic>
      <p:grpSp>
        <p:nvGrpSpPr>
          <p:cNvPr name="Group 83" id="8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5219700" y="6096000"/>
            <a:ext cx="1689100" cy="5969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626100" y="6223000"/>
            <a:ext cx="838200" cy="3048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638800" y="6146800"/>
            <a:ext cx="889000" cy="5461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3479800" y="5626100"/>
            <a:ext cx="482600" cy="4826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3479800" y="5600700"/>
            <a:ext cx="711200" cy="762000"/>
          </a:xfrm>
          <a:prstGeom prst="rect">
            <a:avLst/>
          </a:prstGeom>
        </p:spPr>
      </p:pic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464300" y="5867400"/>
            <a:ext cx="482600" cy="4826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6451600" y="5854700"/>
            <a:ext cx="685800" cy="13208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2192000" y="3441700"/>
            <a:ext cx="5638800" cy="636270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9" id="9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0" id="100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683000" y="8559800"/>
            <a:ext cx="2057400" cy="711200"/>
          </a:xfrm>
          <a:prstGeom prst="rect">
            <a:avLst/>
          </a:prstGeom>
        </p:spPr>
      </p:pic>
      <p:grpSp>
        <p:nvGrpSpPr>
          <p:cNvPr name="Group 101" id="10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5842000" y="8496300"/>
            <a:ext cx="482600" cy="10795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104" id="10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7315200" y="8496300"/>
            <a:ext cx="2819400" cy="9144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5803900" y="3835400"/>
            <a:ext cx="5207000" cy="71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