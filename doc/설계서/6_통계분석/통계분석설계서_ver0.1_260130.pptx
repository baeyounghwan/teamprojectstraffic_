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14.png" Type="http://schemas.openxmlformats.org/officeDocument/2006/relationships/image"/><Relationship Id="rId19" Target="../media/image15.png" Type="http://schemas.openxmlformats.org/officeDocument/2006/relationships/image"/><Relationship Id="rId2" Target="../media/image1.png" Type="http://schemas.openxmlformats.org/officeDocument/2006/relationships/image"/><Relationship Id="rId20" Target="../media/image16.png" Type="http://schemas.openxmlformats.org/officeDocument/2006/relationships/image"/><Relationship Id="rId21" Target="../media/image17.png" Type="http://schemas.openxmlformats.org/officeDocument/2006/relationships/image"/><Relationship Id="rId22" Target="../media/image18.png" Type="http://schemas.openxmlformats.org/officeDocument/2006/relationships/image"/><Relationship Id="rId23" Target="../media/image27.png" Type="http://schemas.openxmlformats.org/officeDocument/2006/relationships/image"/><Relationship Id="rId24" Target="../media/image20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66" Target="../media/image69.png" Type="http://schemas.openxmlformats.org/officeDocument/2006/relationships/image"/><Relationship Id="rId67" Target="../media/image70.png" Type="http://schemas.openxmlformats.org/officeDocument/2006/relationships/image"/><Relationship Id="rId68" Target="../media/image71.png" Type="http://schemas.openxmlformats.org/officeDocument/2006/relationships/image"/><Relationship Id="rId69" Target="../media/image72.png" Type="http://schemas.openxmlformats.org/officeDocument/2006/relationships/image"/><Relationship Id="rId7" Target="../media/image6.png" Type="http://schemas.openxmlformats.org/officeDocument/2006/relationships/image"/><Relationship Id="rId70" Target="../media/image73.png" Type="http://schemas.openxmlformats.org/officeDocument/2006/relationships/image"/><Relationship Id="rId71" Target="../media/image74.png" Type="http://schemas.openxmlformats.org/officeDocument/2006/relationships/image"/><Relationship Id="rId72" Target="../media/image75.png" Type="http://schemas.openxmlformats.org/officeDocument/2006/relationships/image"/><Relationship Id="rId73" Target="../media/image7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83000" y="-9144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84300" y="26035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511300" y="2781300"/>
            <a:ext cx="10045700" cy="6845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5" id="35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6642100" y="1320800"/>
            <a:ext cx="9563100" cy="10668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-190500" y="2882900"/>
            <a:ext cx="7556500" cy="4457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676400" y="3975100"/>
            <a:ext cx="3771900" cy="22225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7785100" y="6286500"/>
            <a:ext cx="4927600" cy="43434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991600" y="7353300"/>
            <a:ext cx="2463800" cy="2171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-177800" y="4660900"/>
            <a:ext cx="7569200" cy="65278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676400" y="6261100"/>
            <a:ext cx="3784600" cy="32639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000500" y="5765800"/>
            <a:ext cx="6502400" cy="50419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600700" y="6997700"/>
            <a:ext cx="3251200" cy="25146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962400" y="2540000"/>
            <a:ext cx="6565900" cy="5829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5575300" y="3975100"/>
            <a:ext cx="3276600" cy="29083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701800" y="4533900"/>
            <a:ext cx="1257300" cy="12573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930900" y="7531100"/>
            <a:ext cx="2209800" cy="23114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9080500" y="7404100"/>
            <a:ext cx="2082800" cy="508000"/>
          </a:xfrm>
          <a:prstGeom prst="rect">
            <a:avLst/>
          </a:prstGeom>
        </p:spPr>
      </p:pic>
      <p:grpSp>
        <p:nvGrpSpPr>
          <p:cNvPr name="Group 60" id="6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1" id="6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841500" y="6743700"/>
            <a:ext cx="3441700" cy="2540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727200" y="6375400"/>
            <a:ext cx="1663700" cy="5080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38300" y="2895600"/>
            <a:ext cx="9779000" cy="4445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51000" y="3441700"/>
            <a:ext cx="9779000" cy="4445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9144000" y="7772400"/>
            <a:ext cx="2209800" cy="1625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2679700" y="4127500"/>
            <a:ext cx="2692400" cy="20193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651000" y="2870200"/>
            <a:ext cx="2247900" cy="10160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0452100" y="3505200"/>
            <a:ext cx="800100" cy="3302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553700" y="3492500"/>
            <a:ext cx="444500" cy="406400"/>
          </a:xfrm>
          <a:prstGeom prst="rect">
            <a:avLst/>
          </a:prstGeom>
        </p:spPr>
      </p:pic>
      <p:grpSp>
        <p:nvGrpSpPr>
          <p:cNvPr name="Group 71" id="7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4470400" y="3568700"/>
            <a:ext cx="1092200" cy="2286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4445000" y="3530600"/>
            <a:ext cx="1155700" cy="3048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3860800" y="3530600"/>
            <a:ext cx="444500" cy="609600"/>
          </a:xfrm>
          <a:prstGeom prst="rect">
            <a:avLst/>
          </a:prstGeom>
        </p:spPr>
      </p:pic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6261100" y="3568700"/>
            <a:ext cx="1092200" cy="2286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223000" y="3530600"/>
            <a:ext cx="1155700" cy="3048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765800" y="3505200"/>
            <a:ext cx="317500" cy="4064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663700" y="3467100"/>
            <a:ext cx="1308100" cy="5207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3" id="8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4" id="84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8013700" y="3556000"/>
            <a:ext cx="1092200" cy="2286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7975600" y="3505200"/>
            <a:ext cx="1155700" cy="3048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7531100" y="3517900"/>
            <a:ext cx="317500" cy="609600"/>
          </a:xfrm>
          <a:prstGeom prst="rect">
            <a:avLst/>
          </a:prstGeom>
        </p:spPr>
      </p:pic>
      <p:grpSp>
        <p:nvGrpSpPr>
          <p:cNvPr name="Group 87" id="8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8" id="88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7823200" y="2374900"/>
            <a:ext cx="4838700" cy="64897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9004300" y="3975100"/>
            <a:ext cx="2425700" cy="32385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9334500" y="4330700"/>
            <a:ext cx="736600" cy="7366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9283700" y="5080000"/>
            <a:ext cx="1879600" cy="213360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5956300" y="4432300"/>
            <a:ext cx="2540000" cy="2425700"/>
          </a:xfrm>
          <a:prstGeom prst="rect">
            <a:avLst/>
          </a:prstGeom>
        </p:spPr>
      </p:pic>
      <p:pic>
        <p:nvPicPr>
          <p:cNvPr name="Picture 94" id="94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9080500" y="4000500"/>
            <a:ext cx="2286000" cy="546100"/>
          </a:xfrm>
          <a:prstGeom prst="rect">
            <a:avLst/>
          </a:prstGeom>
        </p:spPr>
      </p:pic>
      <p:pic>
        <p:nvPicPr>
          <p:cNvPr name="Picture 95" id="95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10058400" y="4394200"/>
            <a:ext cx="1282700" cy="8509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5130800" y="7086600"/>
            <a:ext cx="3835400" cy="5461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5461000" y="3975100"/>
            <a:ext cx="3479800" cy="546100"/>
          </a:xfrm>
          <a:prstGeom prst="rect">
            <a:avLst/>
          </a:prstGeom>
        </p:spPr>
      </p:pic>
      <p:grpSp>
        <p:nvGrpSpPr>
          <p:cNvPr name="Group 98" id="9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9" id="99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219200" y="2540000"/>
            <a:ext cx="482600" cy="4826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1231900" y="2527300"/>
            <a:ext cx="685800" cy="1320800"/>
          </a:xfrm>
          <a:prstGeom prst="rect">
            <a:avLst/>
          </a:prstGeom>
        </p:spPr>
      </p:pic>
      <p:grpSp>
        <p:nvGrpSpPr>
          <p:cNvPr name="Group 101" id="10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219200" y="3200400"/>
            <a:ext cx="482600" cy="4826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206500" y="3175000"/>
            <a:ext cx="749300" cy="7493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219200" y="3848100"/>
            <a:ext cx="482600" cy="4826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219200" y="3822700"/>
            <a:ext cx="711200" cy="762000"/>
          </a:xfrm>
          <a:prstGeom prst="rect">
            <a:avLst/>
          </a:prstGeom>
        </p:spPr>
      </p:pic>
      <p:grpSp>
        <p:nvGrpSpPr>
          <p:cNvPr name="Group 107" id="10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8" id="108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219200" y="6096000"/>
            <a:ext cx="482600" cy="482600"/>
          </a:xfrm>
          <a:prstGeom prst="rect">
            <a:avLst/>
          </a:prstGeom>
        </p:spPr>
      </p:pic>
      <p:pic>
        <p:nvPicPr>
          <p:cNvPr name="Picture 109" id="109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231900" y="6083300"/>
            <a:ext cx="685800" cy="1320800"/>
          </a:xfrm>
          <a:prstGeom prst="rect">
            <a:avLst/>
          </a:prstGeom>
        </p:spPr>
      </p:pic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1" id="111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5359400" y="3848100"/>
            <a:ext cx="482600" cy="482600"/>
          </a:xfrm>
          <a:prstGeom prst="rect">
            <a:avLst/>
          </a:prstGeom>
        </p:spPr>
      </p:pic>
      <p:pic>
        <p:nvPicPr>
          <p:cNvPr name="Picture 112" id="112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5372100" y="3835400"/>
            <a:ext cx="685800" cy="1320800"/>
          </a:xfrm>
          <a:prstGeom prst="rect">
            <a:avLst/>
          </a:prstGeom>
        </p:spPr>
      </p:pic>
      <p:grpSp>
        <p:nvGrpSpPr>
          <p:cNvPr name="Group 113" id="1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4" id="114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5359400" y="6807200"/>
            <a:ext cx="482600" cy="482600"/>
          </a:xfrm>
          <a:prstGeom prst="rect">
            <a:avLst/>
          </a:prstGeom>
        </p:spPr>
      </p:pic>
      <p:pic>
        <p:nvPicPr>
          <p:cNvPr name="Picture 115" id="11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5359400" y="6781800"/>
            <a:ext cx="711200" cy="762000"/>
          </a:xfrm>
          <a:prstGeom prst="rect">
            <a:avLst/>
          </a:prstGeom>
        </p:spPr>
      </p:pic>
      <p:grpSp>
        <p:nvGrpSpPr>
          <p:cNvPr name="Group 116" id="1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7" id="117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8801100" y="3848100"/>
            <a:ext cx="482600" cy="4826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8813800" y="3835400"/>
            <a:ext cx="685800" cy="1320800"/>
          </a:xfrm>
          <a:prstGeom prst="rect">
            <a:avLst/>
          </a:prstGeom>
        </p:spPr>
      </p:pic>
      <p:grpSp>
        <p:nvGrpSpPr>
          <p:cNvPr name="Group 119" id="1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0" id="120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8801100" y="7175500"/>
            <a:ext cx="482600" cy="482600"/>
          </a:xfrm>
          <a:prstGeom prst="rect">
            <a:avLst/>
          </a:prstGeom>
        </p:spPr>
      </p:pic>
      <p:pic>
        <p:nvPicPr>
          <p:cNvPr name="Picture 121" id="121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8801100" y="7150100"/>
            <a:ext cx="711200" cy="7620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2065000" y="3365500"/>
            <a:ext cx="5410200" cy="6604000"/>
          </a:xfrm>
          <a:prstGeom prst="rect">
            <a:avLst/>
          </a:prstGeom>
        </p:spPr>
      </p:pic>
      <p:grpSp>
        <p:nvGrpSpPr>
          <p:cNvPr name="Group 123" id="1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4" id="124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