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14.png" Type="http://schemas.openxmlformats.org/officeDocument/2006/relationships/image"/><Relationship Id="rId19" Target="../media/image15.png" Type="http://schemas.openxmlformats.org/officeDocument/2006/relationships/image"/><Relationship Id="rId2" Target="../media/image1.png" Type="http://schemas.openxmlformats.org/officeDocument/2006/relationships/image"/><Relationship Id="rId20" Target="../media/image16.png" Type="http://schemas.openxmlformats.org/officeDocument/2006/relationships/image"/><Relationship Id="rId21" Target="../media/image17.png" Type="http://schemas.openxmlformats.org/officeDocument/2006/relationships/image"/><Relationship Id="rId22" Target="../media/image18.png" Type="http://schemas.openxmlformats.org/officeDocument/2006/relationships/image"/><Relationship Id="rId23" Target="../media/image27.png" Type="http://schemas.openxmlformats.org/officeDocument/2006/relationships/image"/><Relationship Id="rId24" Target="../media/image20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179300" y="3441700"/>
            <a:ext cx="5194300" cy="6705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5" id="35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642100" y="1320800"/>
            <a:ext cx="10795000" cy="10541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92300" y="3111500"/>
            <a:ext cx="1803400" cy="6172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3111500"/>
            <a:ext cx="7366000" cy="533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3695700" y="8496300"/>
            <a:ext cx="7366000" cy="787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92300" y="7175500"/>
            <a:ext cx="1803400" cy="635000"/>
          </a:xfrm>
          <a:prstGeom prst="rect">
            <a:avLst/>
          </a:prstGeom>
        </p:spPr>
      </p:pic>
      <p:grpSp>
        <p:nvGrpSpPr>
          <p:cNvPr name="Group 47" id="4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8" id="4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05000" y="5245100"/>
            <a:ext cx="1765300" cy="12700"/>
          </a:xfrm>
          <a:prstGeom prst="rect">
            <a:avLst/>
          </a:prstGeom>
        </p:spPr>
      </p:pic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892300" y="6527800"/>
            <a:ext cx="1765300" cy="127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05000" y="7175500"/>
            <a:ext cx="1765300" cy="127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05000" y="7810500"/>
            <a:ext cx="1765300" cy="12700"/>
          </a:xfrm>
          <a:prstGeom prst="rect">
            <a:avLst/>
          </a:prstGeom>
        </p:spPr>
      </p:pic>
      <p:grpSp>
        <p:nvGrpSpPr>
          <p:cNvPr name="Group 55" id="5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6" id="5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892300" y="4610100"/>
            <a:ext cx="1765300" cy="127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683000" y="3644900"/>
            <a:ext cx="7366000" cy="9779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81200" y="4660900"/>
            <a:ext cx="1803400" cy="32512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905000" y="5892800"/>
            <a:ext cx="1828800" cy="127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0312400" y="3149600"/>
            <a:ext cx="4826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7175500" y="3086100"/>
            <a:ext cx="3314700" cy="7112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46300" y="3187700"/>
            <a:ext cx="1257300" cy="13208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683000" y="4610100"/>
            <a:ext cx="7366000" cy="38735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683000" y="8534400"/>
            <a:ext cx="2057400" cy="7112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5854700" y="8470900"/>
            <a:ext cx="482600" cy="1079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261100" y="8458200"/>
            <a:ext cx="1168400" cy="914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7327900" y="8470900"/>
            <a:ext cx="2819400" cy="914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5816600" y="3810000"/>
            <a:ext cx="5207000" cy="7112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797300" y="4724400"/>
            <a:ext cx="7150100" cy="5080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15900" y="4902200"/>
            <a:ext cx="14287500" cy="16891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228600" y="6019800"/>
            <a:ext cx="14287500" cy="33020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835400" y="4724400"/>
            <a:ext cx="1752600" cy="10160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797300" y="6248400"/>
            <a:ext cx="7150100" cy="5080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822700" y="6210300"/>
            <a:ext cx="1765300" cy="6985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299700" y="5511800"/>
            <a:ext cx="482600" cy="4953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14000" y="5626100"/>
            <a:ext cx="241300" cy="2540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26700" y="5613400"/>
            <a:ext cx="292100" cy="6350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44100" y="5511800"/>
            <a:ext cx="482600" cy="4953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45700" y="5626100"/>
            <a:ext cx="241300" cy="2540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21662000" cy="2147483647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0096500" y="5651500"/>
            <a:ext cx="165100" cy="1778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3" id="9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4" id="94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44100" y="5791200"/>
            <a:ext cx="482600" cy="4953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45700" y="5905500"/>
            <a:ext cx="241300" cy="254000"/>
          </a:xfrm>
          <a:prstGeom prst="rect">
            <a:avLst/>
          </a:prstGeom>
        </p:spPr>
      </p:pic>
      <p:grpSp>
        <p:nvGrpSpPr>
          <p:cNvPr name="Group 96" id="96"/>
          <p:cNvGrpSpPr/>
          <p:nvPr/>
        </p:nvGrpSpPr>
        <p:grpSpPr>
          <a:xfrm>
            <a:off x="2147483647" y="2147483647"/>
            <a:ext cx="2121662000" cy="2147483647"/>
          </a:xfrm>
        </p:grpSpPr>
      </p:grpSp>
      <p:pic>
        <p:nvPicPr>
          <p:cNvPr name="Picture 97" id="97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0096500" y="5918200"/>
            <a:ext cx="165100" cy="1778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9" id="9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0" id="10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106400" y="6654800"/>
            <a:ext cx="482600" cy="4953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208000" y="6756400"/>
            <a:ext cx="241300" cy="254000"/>
          </a:xfrm>
          <a:prstGeom prst="rect">
            <a:avLst/>
          </a:prstGeom>
        </p:spPr>
      </p:pic>
      <p:grpSp>
        <p:nvGrpSpPr>
          <p:cNvPr name="Group 102" id="102"/>
          <p:cNvGrpSpPr/>
          <p:nvPr/>
        </p:nvGrpSpPr>
        <p:grpSpPr>
          <a:xfrm>
            <a:off x="2147483647" y="2147483647"/>
            <a:ext cx="2121662000" cy="2147483647"/>
          </a:xfrm>
        </p:grpSpPr>
      </p:grpSp>
      <p:pic>
        <p:nvPicPr>
          <p:cNvPr name="Picture 103" id="10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3258800" y="6781800"/>
            <a:ext cx="165100" cy="1778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5" id="10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6" id="106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299700" y="5791200"/>
            <a:ext cx="482600" cy="4953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14000" y="5905500"/>
            <a:ext cx="241300" cy="2540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26700" y="5880100"/>
            <a:ext cx="292100" cy="635000"/>
          </a:xfrm>
          <a:prstGeom prst="rect">
            <a:avLst/>
          </a:prstGeom>
        </p:spPr>
      </p:pic>
      <p:grpSp>
        <p:nvGrpSpPr>
          <p:cNvPr name="Group 109" id="10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1" id="1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2" id="11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56800" y="7035800"/>
            <a:ext cx="482600" cy="495300"/>
          </a:xfrm>
          <a:prstGeom prst="rect">
            <a:avLst/>
          </a:prstGeom>
        </p:spPr>
      </p:pic>
      <p:pic>
        <p:nvPicPr>
          <p:cNvPr name="Picture 113" id="11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71100" y="7150100"/>
            <a:ext cx="241300" cy="25400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25100" y="7035800"/>
            <a:ext cx="482600" cy="4953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26700" y="7150100"/>
            <a:ext cx="241300" cy="254000"/>
          </a:xfrm>
          <a:prstGeom prst="rect">
            <a:avLst/>
          </a:prstGeom>
        </p:spPr>
      </p:pic>
      <p:pic>
        <p:nvPicPr>
          <p:cNvPr name="Picture 117" id="117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39400" y="7137400"/>
            <a:ext cx="292100" cy="6350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096500" y="7137400"/>
            <a:ext cx="304800" cy="635000"/>
          </a:xfrm>
          <a:prstGeom prst="rect">
            <a:avLst/>
          </a:prstGeom>
        </p:spPr>
      </p:pic>
      <p:grpSp>
        <p:nvGrpSpPr>
          <p:cNvPr name="Group 119" id="1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56800" y="7327900"/>
            <a:ext cx="482600" cy="4953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71100" y="7429500"/>
            <a:ext cx="241300" cy="2540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25100" y="7327900"/>
            <a:ext cx="482600" cy="4953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26700" y="7429500"/>
            <a:ext cx="241300" cy="254000"/>
          </a:xfrm>
          <a:prstGeom prst="rect">
            <a:avLst/>
          </a:prstGeom>
        </p:spPr>
      </p:pic>
      <p:pic>
        <p:nvPicPr>
          <p:cNvPr name="Picture 126" id="12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39400" y="7429500"/>
            <a:ext cx="292100" cy="635000"/>
          </a:xfrm>
          <a:prstGeom prst="rect">
            <a:avLst/>
          </a:prstGeom>
        </p:spPr>
      </p:pic>
      <p:pic>
        <p:nvPicPr>
          <p:cNvPr name="Picture 127" id="12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096500" y="7416800"/>
            <a:ext cx="304800" cy="63500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29" id="1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0" id="13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56800" y="7581900"/>
            <a:ext cx="482600" cy="495300"/>
          </a:xfrm>
          <a:prstGeom prst="rect">
            <a:avLst/>
          </a:prstGeom>
        </p:spPr>
      </p:pic>
      <p:pic>
        <p:nvPicPr>
          <p:cNvPr name="Picture 131" id="13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71100" y="7696200"/>
            <a:ext cx="241300" cy="25400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25100" y="7581900"/>
            <a:ext cx="482600" cy="495300"/>
          </a:xfrm>
          <a:prstGeom prst="rect">
            <a:avLst/>
          </a:prstGeom>
        </p:spPr>
      </p:pic>
      <p:pic>
        <p:nvPicPr>
          <p:cNvPr name="Picture 134" id="13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26700" y="7696200"/>
            <a:ext cx="241300" cy="254000"/>
          </a:xfrm>
          <a:prstGeom prst="rect">
            <a:avLst/>
          </a:prstGeom>
        </p:spPr>
      </p:pic>
      <p:pic>
        <p:nvPicPr>
          <p:cNvPr name="Picture 135" id="13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39400" y="7683500"/>
            <a:ext cx="292100" cy="63500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096500" y="7670800"/>
            <a:ext cx="304800" cy="635000"/>
          </a:xfrm>
          <a:prstGeom prst="rect">
            <a:avLst/>
          </a:prstGeom>
        </p:spPr>
      </p:pic>
      <p:grpSp>
        <p:nvGrpSpPr>
          <p:cNvPr name="Group 137" id="1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8" id="1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9" id="13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56800" y="7861300"/>
            <a:ext cx="482600" cy="495300"/>
          </a:xfrm>
          <a:prstGeom prst="rect">
            <a:avLst/>
          </a:prstGeom>
        </p:spPr>
      </p:pic>
      <p:pic>
        <p:nvPicPr>
          <p:cNvPr name="Picture 140" id="14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71100" y="7975600"/>
            <a:ext cx="241300" cy="254000"/>
          </a:xfrm>
          <a:prstGeom prst="rect">
            <a:avLst/>
          </a:prstGeom>
        </p:spPr>
      </p:pic>
      <p:grpSp>
        <p:nvGrpSpPr>
          <p:cNvPr name="Group 141" id="1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2" id="14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25100" y="7861300"/>
            <a:ext cx="482600" cy="495300"/>
          </a:xfrm>
          <a:prstGeom prst="rect">
            <a:avLst/>
          </a:prstGeom>
        </p:spPr>
      </p:pic>
      <p:pic>
        <p:nvPicPr>
          <p:cNvPr name="Picture 143" id="14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26700" y="7975600"/>
            <a:ext cx="241300" cy="254000"/>
          </a:xfrm>
          <a:prstGeom prst="rect">
            <a:avLst/>
          </a:prstGeom>
        </p:spPr>
      </p:pic>
      <p:pic>
        <p:nvPicPr>
          <p:cNvPr name="Picture 144" id="144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39400" y="7962900"/>
            <a:ext cx="292100" cy="635000"/>
          </a:xfrm>
          <a:prstGeom prst="rect">
            <a:avLst/>
          </a:prstGeom>
        </p:spPr>
      </p:pic>
      <p:pic>
        <p:nvPicPr>
          <p:cNvPr name="Picture 145" id="145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096500" y="7962900"/>
            <a:ext cx="304800" cy="635000"/>
          </a:xfrm>
          <a:prstGeom prst="rect">
            <a:avLst/>
          </a:prstGeom>
        </p:spPr>
      </p:pic>
      <p:grpSp>
        <p:nvGrpSpPr>
          <p:cNvPr name="Group 146" id="1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7" id="147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25100" y="8128000"/>
            <a:ext cx="482600" cy="495300"/>
          </a:xfrm>
          <a:prstGeom prst="rect">
            <a:avLst/>
          </a:prstGeom>
        </p:spPr>
      </p:pic>
      <p:pic>
        <p:nvPicPr>
          <p:cNvPr name="Picture 148" id="148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426700" y="8229600"/>
            <a:ext cx="241300" cy="254000"/>
          </a:xfrm>
          <a:prstGeom prst="rect">
            <a:avLst/>
          </a:prstGeom>
        </p:spPr>
      </p:pic>
      <p:pic>
        <p:nvPicPr>
          <p:cNvPr name="Picture 149" id="14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439400" y="8229600"/>
            <a:ext cx="292100" cy="635000"/>
          </a:xfrm>
          <a:prstGeom prst="rect">
            <a:avLst/>
          </a:prstGeom>
        </p:spPr>
      </p:pic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51" id="1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2" id="15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956800" y="8128000"/>
            <a:ext cx="482600" cy="495300"/>
          </a:xfrm>
          <a:prstGeom prst="rect">
            <a:avLst/>
          </a:prstGeom>
        </p:spPr>
      </p:pic>
      <p:pic>
        <p:nvPicPr>
          <p:cNvPr name="Picture 153" id="15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071100" y="8229600"/>
            <a:ext cx="241300" cy="254000"/>
          </a:xfrm>
          <a:prstGeom prst="rect">
            <a:avLst/>
          </a:prstGeom>
        </p:spPr>
      </p:pic>
      <p:pic>
        <p:nvPicPr>
          <p:cNvPr name="Picture 154" id="1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096500" y="8216900"/>
            <a:ext cx="304800" cy="635000"/>
          </a:xfrm>
          <a:prstGeom prst="rect">
            <a:avLst/>
          </a:prstGeom>
        </p:spPr>
      </p:pic>
      <p:grpSp>
        <p:nvGrpSpPr>
          <p:cNvPr name="Group 155" id="15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6" id="156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57" id="15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158" id="1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9" id="159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3429000" y="4343400"/>
            <a:ext cx="482600" cy="482600"/>
          </a:xfrm>
          <a:prstGeom prst="rect">
            <a:avLst/>
          </a:prstGeom>
        </p:spPr>
      </p:pic>
      <p:pic>
        <p:nvPicPr>
          <p:cNvPr name="Picture 160" id="160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3441700" y="4330700"/>
            <a:ext cx="685800" cy="1320800"/>
          </a:xfrm>
          <a:prstGeom prst="rect">
            <a:avLst/>
          </a:prstGeom>
        </p:spPr>
      </p:pic>
      <p:grpSp>
        <p:nvGrpSpPr>
          <p:cNvPr name="Group 161" id="1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2" id="162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458200" y="4902200"/>
            <a:ext cx="482600" cy="482600"/>
          </a:xfrm>
          <a:prstGeom prst="rect">
            <a:avLst/>
          </a:prstGeom>
        </p:spPr>
      </p:pic>
      <p:pic>
        <p:nvPicPr>
          <p:cNvPr name="Picture 163" id="16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445500" y="4876800"/>
            <a:ext cx="749300" cy="762000"/>
          </a:xfrm>
          <a:prstGeom prst="rect">
            <a:avLst/>
          </a:prstGeom>
        </p:spPr>
      </p:pic>
      <p:grpSp>
        <p:nvGrpSpPr>
          <p:cNvPr name="Group 164" id="1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5" id="16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9652000" y="4902200"/>
            <a:ext cx="482600" cy="482600"/>
          </a:xfrm>
          <a:prstGeom prst="rect">
            <a:avLst/>
          </a:prstGeom>
        </p:spPr>
      </p:pic>
      <p:pic>
        <p:nvPicPr>
          <p:cNvPr name="Picture 166" id="16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9652000" y="4876800"/>
            <a:ext cx="711200" cy="774700"/>
          </a:xfrm>
          <a:prstGeom prst="rect">
            <a:avLst/>
          </a:prstGeom>
        </p:spPr>
      </p:pic>
      <p:grpSp>
        <p:nvGrpSpPr>
          <p:cNvPr name="Group 167" id="1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8" id="168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3429000" y="6032500"/>
            <a:ext cx="482600" cy="482600"/>
          </a:xfrm>
          <a:prstGeom prst="rect">
            <a:avLst/>
          </a:prstGeom>
        </p:spPr>
      </p:pic>
      <p:pic>
        <p:nvPicPr>
          <p:cNvPr name="Picture 169" id="16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441700" y="6019800"/>
            <a:ext cx="685800" cy="1320800"/>
          </a:xfrm>
          <a:prstGeom prst="rect">
            <a:avLst/>
          </a:prstGeom>
        </p:spPr>
      </p:pic>
      <p:grpSp>
        <p:nvGrpSpPr>
          <p:cNvPr name="Group 170" id="1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1" id="17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458200" y="6438900"/>
            <a:ext cx="482600" cy="482600"/>
          </a:xfrm>
          <a:prstGeom prst="rect">
            <a:avLst/>
          </a:prstGeom>
        </p:spPr>
      </p:pic>
      <p:pic>
        <p:nvPicPr>
          <p:cNvPr name="Picture 172" id="17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445500" y="6426200"/>
            <a:ext cx="749300" cy="749300"/>
          </a:xfrm>
          <a:prstGeom prst="rect">
            <a:avLst/>
          </a:prstGeom>
        </p:spPr>
      </p:pic>
      <p:grpSp>
        <p:nvGrpSpPr>
          <p:cNvPr name="Group 173" id="1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4" id="174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9486900" y="6438900"/>
            <a:ext cx="482600" cy="482600"/>
          </a:xfrm>
          <a:prstGeom prst="rect">
            <a:avLst/>
          </a:prstGeom>
        </p:spPr>
      </p:pic>
      <p:pic>
        <p:nvPicPr>
          <p:cNvPr name="Picture 175" id="175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9486900" y="6400800"/>
            <a:ext cx="711200" cy="774700"/>
          </a:xfrm>
          <a:prstGeom prst="rect">
            <a:avLst/>
          </a:prstGeom>
        </p:spPr>
      </p:pic>
      <p:grpSp>
        <p:nvGrpSpPr>
          <p:cNvPr name="Group 176" id="1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77" id="1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8" id="17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4630400" y="6654800"/>
            <a:ext cx="482600" cy="495300"/>
          </a:xfrm>
          <a:prstGeom prst="rect">
            <a:avLst/>
          </a:prstGeom>
        </p:spPr>
      </p:pic>
      <p:pic>
        <p:nvPicPr>
          <p:cNvPr name="Picture 179" id="17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4732000" y="6756400"/>
            <a:ext cx="241300" cy="254000"/>
          </a:xfrm>
          <a:prstGeom prst="rect">
            <a:avLst/>
          </a:prstGeom>
        </p:spPr>
      </p:pic>
      <p:pic>
        <p:nvPicPr>
          <p:cNvPr name="Picture 180" id="18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4757400" y="6743700"/>
            <a:ext cx="292100" cy="635000"/>
          </a:xfrm>
          <a:prstGeom prst="rect">
            <a:avLst/>
          </a:prstGeom>
        </p:spPr>
      </p:pic>
      <p:grpSp>
        <p:nvGrpSpPr>
          <p:cNvPr name="Group 181" id="1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82" id="1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3" id="18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106400" y="9144000"/>
            <a:ext cx="482600" cy="495300"/>
          </a:xfrm>
          <a:prstGeom prst="rect">
            <a:avLst/>
          </a:prstGeom>
        </p:spPr>
      </p:pic>
      <p:pic>
        <p:nvPicPr>
          <p:cNvPr name="Picture 184" id="18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208000" y="9258300"/>
            <a:ext cx="241300" cy="254000"/>
          </a:xfrm>
          <a:prstGeom prst="rect">
            <a:avLst/>
          </a:prstGeom>
        </p:spPr>
      </p:pic>
      <p:pic>
        <p:nvPicPr>
          <p:cNvPr name="Picture 185" id="185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3233400" y="9245600"/>
            <a:ext cx="304800" cy="635000"/>
          </a:xfrm>
          <a:prstGeom prst="rect">
            <a:avLst/>
          </a:prstGeom>
        </p:spPr>
      </p:pic>
      <p:grpSp>
        <p:nvGrpSpPr>
          <p:cNvPr name="Group 186" id="1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87" id="1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8" id="18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4630400" y="9144000"/>
            <a:ext cx="482600" cy="495300"/>
          </a:xfrm>
          <a:prstGeom prst="rect">
            <a:avLst/>
          </a:prstGeom>
        </p:spPr>
      </p:pic>
      <p:pic>
        <p:nvPicPr>
          <p:cNvPr name="Picture 189" id="18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4732000" y="9258300"/>
            <a:ext cx="241300" cy="254000"/>
          </a:xfrm>
          <a:prstGeom prst="rect">
            <a:avLst/>
          </a:prstGeom>
        </p:spPr>
      </p:pic>
      <p:pic>
        <p:nvPicPr>
          <p:cNvPr name="Picture 190" id="19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4757400" y="9232900"/>
            <a:ext cx="292100" cy="6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